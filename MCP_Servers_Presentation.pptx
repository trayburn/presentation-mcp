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sldIdLst>
    <p:sldId id="2561" r:id="rId2"/>
    <p:sldId id="261" r:id="rId3"/>
    <p:sldId id="260" r:id="rId4"/>
    <p:sldId id="2588" r:id="rId5"/>
    <p:sldId id="2562" r:id="rId6"/>
    <p:sldId id="2563" r:id="rId7"/>
    <p:sldId id="2582" r:id="rId8"/>
    <p:sldId id="2583" r:id="rId9"/>
    <p:sldId id="2589" r:id="rId10"/>
    <p:sldId id="2584" r:id="rId11"/>
    <p:sldId id="2590" r:id="rId12"/>
    <p:sldId id="2564" r:id="rId13"/>
    <p:sldId id="2585" r:id="rId14"/>
    <p:sldId id="2566" r:id="rId15"/>
    <p:sldId id="2567" r:id="rId16"/>
    <p:sldId id="2580" r:id="rId17"/>
    <p:sldId id="2581" r:id="rId18"/>
    <p:sldId id="2586" r:id="rId19"/>
    <p:sldId id="2587" r:id="rId20"/>
    <p:sldId id="2577" r:id="rId21"/>
    <p:sldId id="2578" r:id="rId22"/>
    <p:sldId id="2572" r:id="rId23"/>
    <p:sldId id="2573" r:id="rId24"/>
    <p:sldId id="2579" r:id="rId25"/>
    <p:sldId id="2574" r:id="rId26"/>
    <p:sldId id="2575"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ools in your AI's Toolbox: An Introduction to MCP Servers" id="{A0B2B2BF-23B8-42C4-9D14-74B2C16D1CEB}">
          <p14:sldIdLst>
            <p14:sldId id="2561"/>
            <p14:sldId id="261"/>
            <p14:sldId id="260"/>
            <p14:sldId id="2588"/>
          </p14:sldIdLst>
        </p14:section>
        <p14:section name="Introduction to MCP Servers" id="{FA0C23B1-3AFA-44D2-8FA0-2F6378EA9F6B}">
          <p14:sldIdLst>
            <p14:sldId id="2562"/>
            <p14:sldId id="2563"/>
            <p14:sldId id="2582"/>
            <p14:sldId id="2583"/>
            <p14:sldId id="2589"/>
            <p14:sldId id="2584"/>
            <p14:sldId id="2590"/>
          </p14:sldIdLst>
        </p14:section>
        <p14:section name="Challenges in AI Integration" id="{DACF0260-1362-46A0-BD67-FA4E3DB331AC}">
          <p14:sldIdLst>
            <p14:sldId id="2564"/>
            <p14:sldId id="2585"/>
          </p14:sldIdLst>
        </p14:section>
        <p14:section name="Introducing the Model Context Protocol (MCP)" id="{35A9B8F4-C1B9-49EE-9205-EA775679BCE1}">
          <p14:sldIdLst>
            <p14:sldId id="2566"/>
            <p14:sldId id="2567"/>
            <p14:sldId id="2580"/>
            <p14:sldId id="2581"/>
            <p14:sldId id="2586"/>
            <p14:sldId id="2587"/>
            <p14:sldId id="2577"/>
          </p14:sldIdLst>
        </p14:section>
        <p14:section name="Practical Applications of MCP" id="{448EDF95-677C-4EBE-9128-DC41D5705C6F}">
          <p14:sldIdLst/>
        </p14:section>
        <p14:section name="Custom MCP Server Development" id="{FD6E6F92-99E7-4AA4-90EF-64F9179CAD28}">
          <p14:sldIdLst>
            <p14:sldId id="2578"/>
          </p14:sldIdLst>
        </p14:section>
        <p14:section name="Benefits of Standardized AI Integration" id="{B2FBCA7D-29C9-45F1-997E-C3EFA67EB4B3}">
          <p14:sldIdLst>
            <p14:sldId id="2572"/>
            <p14:sldId id="2573"/>
            <p14:sldId id="2579"/>
          </p14:sldIdLst>
        </p14:section>
        <p14:section name="Conclusion and Call to Action" id="{5DAD68D4-82E8-47C2-9B58-14CEC2AB746A}">
          <p14:sldIdLst>
            <p14:sldId id="2574"/>
            <p14:sldId id="25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A92156-2263-4BE9-8E45-416A067DAEAD}" v="18" dt="2025-09-03T16:20:03.67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p:scale>
          <a:sx n="87" d="100"/>
          <a:sy n="87" d="100"/>
        </p:scale>
        <p:origin x="448" y="5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diagrams/_rels/data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g"/><Relationship Id="rId1" Type="http://schemas.openxmlformats.org/officeDocument/2006/relationships/image" Target="../media/image8.jpg"/><Relationship Id="rId5" Type="http://schemas.openxmlformats.org/officeDocument/2006/relationships/image" Target="../media/image12.jpg"/><Relationship Id="rId4" Type="http://schemas.openxmlformats.org/officeDocument/2006/relationships/image" Target="../media/image11.png"/></Relationships>
</file>

<file path=ppt/diagrams/_rels/drawing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g"/><Relationship Id="rId1" Type="http://schemas.openxmlformats.org/officeDocument/2006/relationships/image" Target="../media/image8.jpg"/><Relationship Id="rId5" Type="http://schemas.openxmlformats.org/officeDocument/2006/relationships/image" Target="../media/image12.jpg"/><Relationship Id="rId4" Type="http://schemas.openxmlformats.org/officeDocument/2006/relationships/image" Target="../media/image11.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4526EB4-0581-4F47-BCA2-D371BEBD23E0}" type="doc">
      <dgm:prSet loTypeId="urn:microsoft.com/office/officeart/2005/8/layout/pList2" loCatId="list" qsTypeId="urn:microsoft.com/office/officeart/2005/8/quickstyle/simple1" qsCatId="simple" csTypeId="urn:microsoft.com/office/officeart/2005/8/colors/accent1_2" csCatId="accent1" phldr="1"/>
      <dgm:spPr/>
      <dgm:t>
        <a:bodyPr/>
        <a:lstStyle/>
        <a:p>
          <a:endParaRPr lang="en-US"/>
        </a:p>
      </dgm:t>
    </dgm:pt>
    <dgm:pt modelId="{238BCEB3-BFD7-40EA-99DC-0646A41A7FCE}">
      <dgm:prSet phldrT="[Text]" phldr="0"/>
      <dgm:spPr/>
      <dgm:t>
        <a:bodyPr/>
        <a:lstStyle/>
        <a:p>
          <a:r>
            <a:rPr lang="en-US" dirty="0"/>
            <a:t>Anti-AI</a:t>
          </a:r>
        </a:p>
      </dgm:t>
    </dgm:pt>
    <dgm:pt modelId="{7C1A9E09-0543-4291-9315-AF893FB9A2B8}" type="parTrans" cxnId="{88773B54-B380-4AF9-9A19-F7412DB45EB6}">
      <dgm:prSet/>
      <dgm:spPr/>
      <dgm:t>
        <a:bodyPr/>
        <a:lstStyle/>
        <a:p>
          <a:endParaRPr lang="en-US"/>
        </a:p>
      </dgm:t>
    </dgm:pt>
    <dgm:pt modelId="{1D45AC90-1A74-4F60-BF38-3C35B51A4ABB}" type="sibTrans" cxnId="{88773B54-B380-4AF9-9A19-F7412DB45EB6}">
      <dgm:prSet/>
      <dgm:spPr/>
      <dgm:t>
        <a:bodyPr/>
        <a:lstStyle/>
        <a:p>
          <a:endParaRPr lang="en-US"/>
        </a:p>
      </dgm:t>
    </dgm:pt>
    <dgm:pt modelId="{C5D522C2-A791-4D60-B64F-DF9432B6056B}">
      <dgm:prSet phldrT="[Text]" phldr="0"/>
      <dgm:spPr/>
      <dgm:t>
        <a:bodyPr/>
        <a:lstStyle/>
        <a:p>
          <a:r>
            <a:rPr lang="en-US"/>
            <a:t>Chat about my problem</a:t>
          </a:r>
          <a:endParaRPr lang="en-US" dirty="0"/>
        </a:p>
      </dgm:t>
    </dgm:pt>
    <dgm:pt modelId="{DF07462D-9EA1-402B-BB25-494E08B319AD}" type="parTrans" cxnId="{FB3AD785-01BA-488F-9BC2-F5CA0D135041}">
      <dgm:prSet/>
      <dgm:spPr/>
      <dgm:t>
        <a:bodyPr/>
        <a:lstStyle/>
        <a:p>
          <a:endParaRPr lang="en-US"/>
        </a:p>
      </dgm:t>
    </dgm:pt>
    <dgm:pt modelId="{5C1D49C8-C5DA-4A3E-AE93-66440B906162}" type="sibTrans" cxnId="{FB3AD785-01BA-488F-9BC2-F5CA0D135041}">
      <dgm:prSet/>
      <dgm:spPr/>
      <dgm:t>
        <a:bodyPr/>
        <a:lstStyle/>
        <a:p>
          <a:endParaRPr lang="en-US"/>
        </a:p>
      </dgm:t>
    </dgm:pt>
    <dgm:pt modelId="{8BBB1B10-E251-4F0A-AE95-C4376524EFCC}">
      <dgm:prSet phldrT="[Text]" phldr="0"/>
      <dgm:spPr/>
      <dgm:t>
        <a:bodyPr/>
        <a:lstStyle/>
        <a:p>
          <a:r>
            <a:rPr lang="en-US" dirty="0"/>
            <a:t>Agents help me on my tasks</a:t>
          </a:r>
        </a:p>
      </dgm:t>
    </dgm:pt>
    <dgm:pt modelId="{C2A6FF4E-3C42-4337-BFF6-DD5D15F399F9}" type="parTrans" cxnId="{F0852B2C-9ED0-4B3F-AEA6-0C7CEFF9FD07}">
      <dgm:prSet/>
      <dgm:spPr/>
      <dgm:t>
        <a:bodyPr/>
        <a:lstStyle/>
        <a:p>
          <a:endParaRPr lang="en-US"/>
        </a:p>
      </dgm:t>
    </dgm:pt>
    <dgm:pt modelId="{16752EE8-5B19-48AB-B2D1-92FF2A68A59A}" type="sibTrans" cxnId="{F0852B2C-9ED0-4B3F-AEA6-0C7CEFF9FD07}">
      <dgm:prSet/>
      <dgm:spPr/>
      <dgm:t>
        <a:bodyPr/>
        <a:lstStyle/>
        <a:p>
          <a:endParaRPr lang="en-US"/>
        </a:p>
      </dgm:t>
    </dgm:pt>
    <dgm:pt modelId="{DEF66A4A-7513-4B81-A23D-D8971740BA6F}">
      <dgm:prSet phldrT="[Text]" phldr="0"/>
      <dgm:spPr/>
      <dgm:t>
        <a:bodyPr/>
        <a:lstStyle/>
        <a:p>
          <a:r>
            <a:rPr lang="en-US" dirty="0"/>
            <a:t>I assign work to Agents and then review</a:t>
          </a:r>
        </a:p>
      </dgm:t>
    </dgm:pt>
    <dgm:pt modelId="{96948DDF-0CCD-466E-B6EE-E72A045BB516}" type="parTrans" cxnId="{58DB2CDC-69D5-4692-9F07-0F7A42802D17}">
      <dgm:prSet/>
      <dgm:spPr/>
      <dgm:t>
        <a:bodyPr/>
        <a:lstStyle/>
        <a:p>
          <a:endParaRPr lang="en-US"/>
        </a:p>
      </dgm:t>
    </dgm:pt>
    <dgm:pt modelId="{88937A2D-6966-4847-AE66-096E6F8B9239}" type="sibTrans" cxnId="{58DB2CDC-69D5-4692-9F07-0F7A42802D17}">
      <dgm:prSet/>
      <dgm:spPr/>
      <dgm:t>
        <a:bodyPr/>
        <a:lstStyle/>
        <a:p>
          <a:endParaRPr lang="en-US"/>
        </a:p>
      </dgm:t>
    </dgm:pt>
    <dgm:pt modelId="{6C1CE435-D8A9-46EA-938E-DEABF469BD45}">
      <dgm:prSet phldrT="[Text]" phldr="0"/>
      <dgm:spPr/>
      <dgm:t>
        <a:bodyPr/>
        <a:lstStyle/>
        <a:p>
          <a:r>
            <a:rPr lang="en-US"/>
            <a:t>AI runs my life entirely</a:t>
          </a:r>
          <a:endParaRPr lang="en-US" dirty="0"/>
        </a:p>
      </dgm:t>
    </dgm:pt>
    <dgm:pt modelId="{7E5A99FA-B40A-4C15-A84A-647B7FAACD90}" type="parTrans" cxnId="{6A5FBA94-A8A0-452B-A49C-DC7C0FDD2664}">
      <dgm:prSet/>
      <dgm:spPr/>
      <dgm:t>
        <a:bodyPr/>
        <a:lstStyle/>
        <a:p>
          <a:endParaRPr lang="en-US"/>
        </a:p>
      </dgm:t>
    </dgm:pt>
    <dgm:pt modelId="{1BD2450D-7FA4-430C-BB66-C712ADAD4B85}" type="sibTrans" cxnId="{6A5FBA94-A8A0-452B-A49C-DC7C0FDD2664}">
      <dgm:prSet/>
      <dgm:spPr/>
      <dgm:t>
        <a:bodyPr/>
        <a:lstStyle/>
        <a:p>
          <a:endParaRPr lang="en-US"/>
        </a:p>
      </dgm:t>
    </dgm:pt>
    <dgm:pt modelId="{12EBF963-E20A-4B1B-9F52-BAD44859C76B}" type="pres">
      <dgm:prSet presAssocID="{D4526EB4-0581-4F47-BCA2-D371BEBD23E0}" presName="Name0" presStyleCnt="0">
        <dgm:presLayoutVars>
          <dgm:dir/>
          <dgm:resizeHandles val="exact"/>
        </dgm:presLayoutVars>
      </dgm:prSet>
      <dgm:spPr/>
    </dgm:pt>
    <dgm:pt modelId="{2FFC36F6-DA35-4049-93CD-D37C309A8A11}" type="pres">
      <dgm:prSet presAssocID="{D4526EB4-0581-4F47-BCA2-D371BEBD23E0}" presName="bkgdShp" presStyleLbl="alignAccFollowNode1" presStyleIdx="0" presStyleCnt="1"/>
      <dgm:spPr/>
    </dgm:pt>
    <dgm:pt modelId="{C8E20FD4-5C5E-491C-8D36-EBEB8A4B7F3E}" type="pres">
      <dgm:prSet presAssocID="{D4526EB4-0581-4F47-BCA2-D371BEBD23E0}" presName="linComp" presStyleCnt="0"/>
      <dgm:spPr/>
    </dgm:pt>
    <dgm:pt modelId="{6C894116-DFDD-4E28-823F-01FF44BA1B56}" type="pres">
      <dgm:prSet presAssocID="{238BCEB3-BFD7-40EA-99DC-0646A41A7FCE}" presName="compNode" presStyleCnt="0"/>
      <dgm:spPr/>
    </dgm:pt>
    <dgm:pt modelId="{0E671806-4AA8-4D39-A5C0-4CD58D08FDD7}" type="pres">
      <dgm:prSet presAssocID="{238BCEB3-BFD7-40EA-99DC-0646A41A7FCE}" presName="node" presStyleLbl="node1" presStyleIdx="0" presStyleCnt="5">
        <dgm:presLayoutVars>
          <dgm:bulletEnabled val="1"/>
        </dgm:presLayoutVars>
      </dgm:prSet>
      <dgm:spPr/>
    </dgm:pt>
    <dgm:pt modelId="{74992C8D-10FC-45C1-9EE6-6EC286FD3560}" type="pres">
      <dgm:prSet presAssocID="{238BCEB3-BFD7-40EA-99DC-0646A41A7FCE}" presName="invisiNode" presStyleLbl="node1" presStyleIdx="0" presStyleCnt="5"/>
      <dgm:spPr/>
    </dgm:pt>
    <dgm:pt modelId="{6D1299BA-DC44-4FB3-B1F9-574B2A5A095F}" type="pres">
      <dgm:prSet presAssocID="{238BCEB3-BFD7-40EA-99DC-0646A41A7FCE}" presName="imagNode" presStyleLbl="fgImgPlace1" presStyleIdx="0" presStyleCnt="5"/>
      <dgm:spPr>
        <a:blipFill>
          <a:blip xmlns:r="http://schemas.openxmlformats.org/officeDocument/2006/relationships" r:embed="rId1"/>
          <a:srcRect/>
          <a:stretch>
            <a:fillRect t="-31000" b="-31000"/>
          </a:stretch>
        </a:blipFill>
      </dgm:spPr>
    </dgm:pt>
    <dgm:pt modelId="{EC07CE86-A263-44B6-9D4A-9145B5AAECAB}" type="pres">
      <dgm:prSet presAssocID="{1D45AC90-1A74-4F60-BF38-3C35B51A4ABB}" presName="sibTrans" presStyleLbl="sibTrans2D1" presStyleIdx="0" presStyleCnt="0"/>
      <dgm:spPr/>
    </dgm:pt>
    <dgm:pt modelId="{FBBEE222-ABFA-48F8-B10F-F557EB44921C}" type="pres">
      <dgm:prSet presAssocID="{C5D522C2-A791-4D60-B64F-DF9432B6056B}" presName="compNode" presStyleCnt="0"/>
      <dgm:spPr/>
    </dgm:pt>
    <dgm:pt modelId="{7DD53052-AAFB-47A9-A140-B65A12CD3753}" type="pres">
      <dgm:prSet presAssocID="{C5D522C2-A791-4D60-B64F-DF9432B6056B}" presName="node" presStyleLbl="node1" presStyleIdx="1" presStyleCnt="5">
        <dgm:presLayoutVars>
          <dgm:bulletEnabled val="1"/>
        </dgm:presLayoutVars>
      </dgm:prSet>
      <dgm:spPr/>
    </dgm:pt>
    <dgm:pt modelId="{85D5B944-1E21-4816-B3F8-435861A18DC4}" type="pres">
      <dgm:prSet presAssocID="{C5D522C2-A791-4D60-B64F-DF9432B6056B}" presName="invisiNode" presStyleLbl="node1" presStyleIdx="1" presStyleCnt="5"/>
      <dgm:spPr/>
    </dgm:pt>
    <dgm:pt modelId="{6FBB37D4-8352-4C9F-BA3A-86016EDE27FD}" type="pres">
      <dgm:prSet presAssocID="{C5D522C2-A791-4D60-B64F-DF9432B6056B}" presName="imagNode" presStyleLbl="fgImgPlace1" presStyleIdx="1" presStyleCnt="5"/>
      <dgm:spPr>
        <a:blipFill>
          <a:blip xmlns:r="http://schemas.openxmlformats.org/officeDocument/2006/relationships" r:embed="rId2"/>
          <a:srcRect/>
          <a:stretch>
            <a:fillRect l="-23000" r="-23000"/>
          </a:stretch>
        </a:blipFill>
      </dgm:spPr>
    </dgm:pt>
    <dgm:pt modelId="{8BCE03ED-2EFB-40BF-B608-387DC6AB99B7}" type="pres">
      <dgm:prSet presAssocID="{5C1D49C8-C5DA-4A3E-AE93-66440B906162}" presName="sibTrans" presStyleLbl="sibTrans2D1" presStyleIdx="0" presStyleCnt="0"/>
      <dgm:spPr/>
    </dgm:pt>
    <dgm:pt modelId="{85F2E47B-598F-45EC-A102-ACDCBE569DE8}" type="pres">
      <dgm:prSet presAssocID="{8BBB1B10-E251-4F0A-AE95-C4376524EFCC}" presName="compNode" presStyleCnt="0"/>
      <dgm:spPr/>
    </dgm:pt>
    <dgm:pt modelId="{EF0EE7A5-8FB7-4BA5-8F85-1695CD4FB453}" type="pres">
      <dgm:prSet presAssocID="{8BBB1B10-E251-4F0A-AE95-C4376524EFCC}" presName="node" presStyleLbl="node1" presStyleIdx="2" presStyleCnt="5">
        <dgm:presLayoutVars>
          <dgm:bulletEnabled val="1"/>
        </dgm:presLayoutVars>
      </dgm:prSet>
      <dgm:spPr/>
    </dgm:pt>
    <dgm:pt modelId="{9C358124-536B-4DFC-81AE-7FCA61AD24A2}" type="pres">
      <dgm:prSet presAssocID="{8BBB1B10-E251-4F0A-AE95-C4376524EFCC}" presName="invisiNode" presStyleLbl="node1" presStyleIdx="2" presStyleCnt="5"/>
      <dgm:spPr/>
    </dgm:pt>
    <dgm:pt modelId="{AC2184B4-96A1-4D8E-80AF-2763D00530C5}" type="pres">
      <dgm:prSet presAssocID="{8BBB1B10-E251-4F0A-AE95-C4376524EFCC}" presName="imagNode" presStyleLbl="fgImgPlace1" presStyleIdx="2" presStyleCnt="5"/>
      <dgm:spPr>
        <a:blipFill>
          <a:blip xmlns:r="http://schemas.openxmlformats.org/officeDocument/2006/relationships" r:embed="rId3"/>
          <a:srcRect/>
          <a:stretch>
            <a:fillRect t="-3000" b="-3000"/>
          </a:stretch>
        </a:blipFill>
      </dgm:spPr>
    </dgm:pt>
    <dgm:pt modelId="{786F6AB2-1CB9-4259-87EF-FA7E491DD02F}" type="pres">
      <dgm:prSet presAssocID="{16752EE8-5B19-48AB-B2D1-92FF2A68A59A}" presName="sibTrans" presStyleLbl="sibTrans2D1" presStyleIdx="0" presStyleCnt="0"/>
      <dgm:spPr/>
    </dgm:pt>
    <dgm:pt modelId="{06DB018F-A45F-41D1-B121-5336D98C2779}" type="pres">
      <dgm:prSet presAssocID="{DEF66A4A-7513-4B81-A23D-D8971740BA6F}" presName="compNode" presStyleCnt="0"/>
      <dgm:spPr/>
    </dgm:pt>
    <dgm:pt modelId="{42EFD938-A1CE-4444-BD5A-AB19F05097F2}" type="pres">
      <dgm:prSet presAssocID="{DEF66A4A-7513-4B81-A23D-D8971740BA6F}" presName="node" presStyleLbl="node1" presStyleIdx="3" presStyleCnt="5">
        <dgm:presLayoutVars>
          <dgm:bulletEnabled val="1"/>
        </dgm:presLayoutVars>
      </dgm:prSet>
      <dgm:spPr/>
    </dgm:pt>
    <dgm:pt modelId="{F9F06519-DC5F-493F-8216-4DC6C80F66EC}" type="pres">
      <dgm:prSet presAssocID="{DEF66A4A-7513-4B81-A23D-D8971740BA6F}" presName="invisiNode" presStyleLbl="node1" presStyleIdx="3" presStyleCnt="5"/>
      <dgm:spPr/>
    </dgm:pt>
    <dgm:pt modelId="{ECF2C431-7BDD-4A9E-8424-5AA5D4182050}" type="pres">
      <dgm:prSet presAssocID="{DEF66A4A-7513-4B81-A23D-D8971740BA6F}" presName="imagNode" presStyleLbl="fgImgPlace1" presStyleIdx="3" presStyleCnt="5"/>
      <dgm:spPr>
        <a:blipFill>
          <a:blip xmlns:r="http://schemas.openxmlformats.org/officeDocument/2006/relationships" r:embed="rId4"/>
          <a:srcRect/>
          <a:stretch>
            <a:fillRect t="-1000" b="-1000"/>
          </a:stretch>
        </a:blipFill>
      </dgm:spPr>
    </dgm:pt>
    <dgm:pt modelId="{53A52F4C-AC09-4C50-B08A-4685FE8D4BA0}" type="pres">
      <dgm:prSet presAssocID="{88937A2D-6966-4847-AE66-096E6F8B9239}" presName="sibTrans" presStyleLbl="sibTrans2D1" presStyleIdx="0" presStyleCnt="0"/>
      <dgm:spPr/>
    </dgm:pt>
    <dgm:pt modelId="{96EEAD21-090D-4ED1-8D13-7F6BCB148FD3}" type="pres">
      <dgm:prSet presAssocID="{6C1CE435-D8A9-46EA-938E-DEABF469BD45}" presName="compNode" presStyleCnt="0"/>
      <dgm:spPr/>
    </dgm:pt>
    <dgm:pt modelId="{B49AFC41-1D78-4343-8970-3B07E1EC45BE}" type="pres">
      <dgm:prSet presAssocID="{6C1CE435-D8A9-46EA-938E-DEABF469BD45}" presName="node" presStyleLbl="node1" presStyleIdx="4" presStyleCnt="5">
        <dgm:presLayoutVars>
          <dgm:bulletEnabled val="1"/>
        </dgm:presLayoutVars>
      </dgm:prSet>
      <dgm:spPr/>
    </dgm:pt>
    <dgm:pt modelId="{35D66144-462F-4C2F-967D-759874D752CF}" type="pres">
      <dgm:prSet presAssocID="{6C1CE435-D8A9-46EA-938E-DEABF469BD45}" presName="invisiNode" presStyleLbl="node1" presStyleIdx="4" presStyleCnt="5"/>
      <dgm:spPr/>
    </dgm:pt>
    <dgm:pt modelId="{D6EF3429-4E1A-41AC-9027-A90F47F188B7}" type="pres">
      <dgm:prSet presAssocID="{6C1CE435-D8A9-46EA-938E-DEABF469BD45}" presName="imagNode" presStyleLbl="fgImgPlace1" presStyleIdx="4" presStyleCnt="5"/>
      <dgm:spPr>
        <a:blipFill>
          <a:blip xmlns:r="http://schemas.openxmlformats.org/officeDocument/2006/relationships" r:embed="rId5"/>
          <a:srcRect/>
          <a:stretch>
            <a:fillRect l="-29000" r="-29000"/>
          </a:stretch>
        </a:blipFill>
      </dgm:spPr>
    </dgm:pt>
  </dgm:ptLst>
  <dgm:cxnLst>
    <dgm:cxn modelId="{F0852B2C-9ED0-4B3F-AEA6-0C7CEFF9FD07}" srcId="{D4526EB4-0581-4F47-BCA2-D371BEBD23E0}" destId="{8BBB1B10-E251-4F0A-AE95-C4376524EFCC}" srcOrd="2" destOrd="0" parTransId="{C2A6FF4E-3C42-4337-BFF6-DD5D15F399F9}" sibTransId="{16752EE8-5B19-48AB-B2D1-92FF2A68A59A}"/>
    <dgm:cxn modelId="{659AB52E-371A-4F94-A64B-64EF7F98A37D}" type="presOf" srcId="{1D45AC90-1A74-4F60-BF38-3C35B51A4ABB}" destId="{EC07CE86-A263-44B6-9D4A-9145B5AAECAB}" srcOrd="0" destOrd="0" presId="urn:microsoft.com/office/officeart/2005/8/layout/pList2"/>
    <dgm:cxn modelId="{1F481F31-BBB5-4DFA-B093-229606F4E475}" type="presOf" srcId="{238BCEB3-BFD7-40EA-99DC-0646A41A7FCE}" destId="{0E671806-4AA8-4D39-A5C0-4CD58D08FDD7}" srcOrd="0" destOrd="0" presId="urn:microsoft.com/office/officeart/2005/8/layout/pList2"/>
    <dgm:cxn modelId="{C0979136-F704-4A17-AA25-594F9332C79C}" type="presOf" srcId="{8BBB1B10-E251-4F0A-AE95-C4376524EFCC}" destId="{EF0EE7A5-8FB7-4BA5-8F85-1695CD4FB453}" srcOrd="0" destOrd="0" presId="urn:microsoft.com/office/officeart/2005/8/layout/pList2"/>
    <dgm:cxn modelId="{88773B54-B380-4AF9-9A19-F7412DB45EB6}" srcId="{D4526EB4-0581-4F47-BCA2-D371BEBD23E0}" destId="{238BCEB3-BFD7-40EA-99DC-0646A41A7FCE}" srcOrd="0" destOrd="0" parTransId="{7C1A9E09-0543-4291-9315-AF893FB9A2B8}" sibTransId="{1D45AC90-1A74-4F60-BF38-3C35B51A4ABB}"/>
    <dgm:cxn modelId="{FB3AD785-01BA-488F-9BC2-F5CA0D135041}" srcId="{D4526EB4-0581-4F47-BCA2-D371BEBD23E0}" destId="{C5D522C2-A791-4D60-B64F-DF9432B6056B}" srcOrd="1" destOrd="0" parTransId="{DF07462D-9EA1-402B-BB25-494E08B319AD}" sibTransId="{5C1D49C8-C5DA-4A3E-AE93-66440B906162}"/>
    <dgm:cxn modelId="{54F2478C-2635-4B18-83F5-3BBD741EBDF5}" type="presOf" srcId="{88937A2D-6966-4847-AE66-096E6F8B9239}" destId="{53A52F4C-AC09-4C50-B08A-4685FE8D4BA0}" srcOrd="0" destOrd="0" presId="urn:microsoft.com/office/officeart/2005/8/layout/pList2"/>
    <dgm:cxn modelId="{6A5FBA94-A8A0-452B-A49C-DC7C0FDD2664}" srcId="{D4526EB4-0581-4F47-BCA2-D371BEBD23E0}" destId="{6C1CE435-D8A9-46EA-938E-DEABF469BD45}" srcOrd="4" destOrd="0" parTransId="{7E5A99FA-B40A-4C15-A84A-647B7FAACD90}" sibTransId="{1BD2450D-7FA4-430C-BB66-C712ADAD4B85}"/>
    <dgm:cxn modelId="{034976AD-2C3E-4680-A4DD-835B42A1EC93}" type="presOf" srcId="{16752EE8-5B19-48AB-B2D1-92FF2A68A59A}" destId="{786F6AB2-1CB9-4259-87EF-FA7E491DD02F}" srcOrd="0" destOrd="0" presId="urn:microsoft.com/office/officeart/2005/8/layout/pList2"/>
    <dgm:cxn modelId="{A9CC5CBD-92F4-4245-953F-406D7F774B48}" type="presOf" srcId="{D4526EB4-0581-4F47-BCA2-D371BEBD23E0}" destId="{12EBF963-E20A-4B1B-9F52-BAD44859C76B}" srcOrd="0" destOrd="0" presId="urn:microsoft.com/office/officeart/2005/8/layout/pList2"/>
    <dgm:cxn modelId="{1B2D7EC9-108A-4D0A-82BF-5DA249EB5113}" type="presOf" srcId="{DEF66A4A-7513-4B81-A23D-D8971740BA6F}" destId="{42EFD938-A1CE-4444-BD5A-AB19F05097F2}" srcOrd="0" destOrd="0" presId="urn:microsoft.com/office/officeart/2005/8/layout/pList2"/>
    <dgm:cxn modelId="{DD9352CC-09C9-4313-A1D1-2FEF924939F8}" type="presOf" srcId="{C5D522C2-A791-4D60-B64F-DF9432B6056B}" destId="{7DD53052-AAFB-47A9-A140-B65A12CD3753}" srcOrd="0" destOrd="0" presId="urn:microsoft.com/office/officeart/2005/8/layout/pList2"/>
    <dgm:cxn modelId="{F39A9ED1-AD4C-43B3-AE40-FE145EF44C97}" type="presOf" srcId="{5C1D49C8-C5DA-4A3E-AE93-66440B906162}" destId="{8BCE03ED-2EFB-40BF-B608-387DC6AB99B7}" srcOrd="0" destOrd="0" presId="urn:microsoft.com/office/officeart/2005/8/layout/pList2"/>
    <dgm:cxn modelId="{58DB2CDC-69D5-4692-9F07-0F7A42802D17}" srcId="{D4526EB4-0581-4F47-BCA2-D371BEBD23E0}" destId="{DEF66A4A-7513-4B81-A23D-D8971740BA6F}" srcOrd="3" destOrd="0" parTransId="{96948DDF-0CCD-466E-B6EE-E72A045BB516}" sibTransId="{88937A2D-6966-4847-AE66-096E6F8B9239}"/>
    <dgm:cxn modelId="{2FE1BEF3-9114-4FF2-97E6-5858B5588CC5}" type="presOf" srcId="{6C1CE435-D8A9-46EA-938E-DEABF469BD45}" destId="{B49AFC41-1D78-4343-8970-3B07E1EC45BE}" srcOrd="0" destOrd="0" presId="urn:microsoft.com/office/officeart/2005/8/layout/pList2"/>
    <dgm:cxn modelId="{7219D75F-F411-4F54-9BEF-A7EE69B394E8}" type="presParOf" srcId="{12EBF963-E20A-4B1B-9F52-BAD44859C76B}" destId="{2FFC36F6-DA35-4049-93CD-D37C309A8A11}" srcOrd="0" destOrd="0" presId="urn:microsoft.com/office/officeart/2005/8/layout/pList2"/>
    <dgm:cxn modelId="{F6945EFF-C7A5-4080-BE6A-5237D2C4B74E}" type="presParOf" srcId="{12EBF963-E20A-4B1B-9F52-BAD44859C76B}" destId="{C8E20FD4-5C5E-491C-8D36-EBEB8A4B7F3E}" srcOrd="1" destOrd="0" presId="urn:microsoft.com/office/officeart/2005/8/layout/pList2"/>
    <dgm:cxn modelId="{AEBBFE5B-2867-4C92-8677-090DF5BB19E6}" type="presParOf" srcId="{C8E20FD4-5C5E-491C-8D36-EBEB8A4B7F3E}" destId="{6C894116-DFDD-4E28-823F-01FF44BA1B56}" srcOrd="0" destOrd="0" presId="urn:microsoft.com/office/officeart/2005/8/layout/pList2"/>
    <dgm:cxn modelId="{D1BBC560-7212-48F0-8973-9D9A0AC7AD08}" type="presParOf" srcId="{6C894116-DFDD-4E28-823F-01FF44BA1B56}" destId="{0E671806-4AA8-4D39-A5C0-4CD58D08FDD7}" srcOrd="0" destOrd="0" presId="urn:microsoft.com/office/officeart/2005/8/layout/pList2"/>
    <dgm:cxn modelId="{D1ECA667-5CDE-4458-B724-7F43E04E999E}" type="presParOf" srcId="{6C894116-DFDD-4E28-823F-01FF44BA1B56}" destId="{74992C8D-10FC-45C1-9EE6-6EC286FD3560}" srcOrd="1" destOrd="0" presId="urn:microsoft.com/office/officeart/2005/8/layout/pList2"/>
    <dgm:cxn modelId="{00479D44-C973-4F84-BC80-B4E0B467E8C3}" type="presParOf" srcId="{6C894116-DFDD-4E28-823F-01FF44BA1B56}" destId="{6D1299BA-DC44-4FB3-B1F9-574B2A5A095F}" srcOrd="2" destOrd="0" presId="urn:microsoft.com/office/officeart/2005/8/layout/pList2"/>
    <dgm:cxn modelId="{4C305F62-AEA5-49A2-B5D5-E75FEC4CD975}" type="presParOf" srcId="{C8E20FD4-5C5E-491C-8D36-EBEB8A4B7F3E}" destId="{EC07CE86-A263-44B6-9D4A-9145B5AAECAB}" srcOrd="1" destOrd="0" presId="urn:microsoft.com/office/officeart/2005/8/layout/pList2"/>
    <dgm:cxn modelId="{54CC2AB1-9F77-4DB6-B27D-F569BA48BA5B}" type="presParOf" srcId="{C8E20FD4-5C5E-491C-8D36-EBEB8A4B7F3E}" destId="{FBBEE222-ABFA-48F8-B10F-F557EB44921C}" srcOrd="2" destOrd="0" presId="urn:microsoft.com/office/officeart/2005/8/layout/pList2"/>
    <dgm:cxn modelId="{2C266A28-FA13-4DAA-BD35-2F0EE786ED63}" type="presParOf" srcId="{FBBEE222-ABFA-48F8-B10F-F557EB44921C}" destId="{7DD53052-AAFB-47A9-A140-B65A12CD3753}" srcOrd="0" destOrd="0" presId="urn:microsoft.com/office/officeart/2005/8/layout/pList2"/>
    <dgm:cxn modelId="{02D0E4E4-A09E-4F01-951C-2C66438FCAD8}" type="presParOf" srcId="{FBBEE222-ABFA-48F8-B10F-F557EB44921C}" destId="{85D5B944-1E21-4816-B3F8-435861A18DC4}" srcOrd="1" destOrd="0" presId="urn:microsoft.com/office/officeart/2005/8/layout/pList2"/>
    <dgm:cxn modelId="{158BD7E9-E68B-43F2-B02B-49D44485ABEF}" type="presParOf" srcId="{FBBEE222-ABFA-48F8-B10F-F557EB44921C}" destId="{6FBB37D4-8352-4C9F-BA3A-86016EDE27FD}" srcOrd="2" destOrd="0" presId="urn:microsoft.com/office/officeart/2005/8/layout/pList2"/>
    <dgm:cxn modelId="{9BD525C7-DF5E-4F3A-8305-7B55DD641572}" type="presParOf" srcId="{C8E20FD4-5C5E-491C-8D36-EBEB8A4B7F3E}" destId="{8BCE03ED-2EFB-40BF-B608-387DC6AB99B7}" srcOrd="3" destOrd="0" presId="urn:microsoft.com/office/officeart/2005/8/layout/pList2"/>
    <dgm:cxn modelId="{696A1F10-7DF7-4856-9C44-A0B3BC072B28}" type="presParOf" srcId="{C8E20FD4-5C5E-491C-8D36-EBEB8A4B7F3E}" destId="{85F2E47B-598F-45EC-A102-ACDCBE569DE8}" srcOrd="4" destOrd="0" presId="urn:microsoft.com/office/officeart/2005/8/layout/pList2"/>
    <dgm:cxn modelId="{F0054602-9234-46FE-8360-D30F117F615C}" type="presParOf" srcId="{85F2E47B-598F-45EC-A102-ACDCBE569DE8}" destId="{EF0EE7A5-8FB7-4BA5-8F85-1695CD4FB453}" srcOrd="0" destOrd="0" presId="urn:microsoft.com/office/officeart/2005/8/layout/pList2"/>
    <dgm:cxn modelId="{C50053F3-6A92-4451-93F3-7A6164512BE2}" type="presParOf" srcId="{85F2E47B-598F-45EC-A102-ACDCBE569DE8}" destId="{9C358124-536B-4DFC-81AE-7FCA61AD24A2}" srcOrd="1" destOrd="0" presId="urn:microsoft.com/office/officeart/2005/8/layout/pList2"/>
    <dgm:cxn modelId="{33E530DF-049B-41AF-9D21-D6C58AD98648}" type="presParOf" srcId="{85F2E47B-598F-45EC-A102-ACDCBE569DE8}" destId="{AC2184B4-96A1-4D8E-80AF-2763D00530C5}" srcOrd="2" destOrd="0" presId="urn:microsoft.com/office/officeart/2005/8/layout/pList2"/>
    <dgm:cxn modelId="{AEF65778-4282-426E-A4C4-EC978B13AF26}" type="presParOf" srcId="{C8E20FD4-5C5E-491C-8D36-EBEB8A4B7F3E}" destId="{786F6AB2-1CB9-4259-87EF-FA7E491DD02F}" srcOrd="5" destOrd="0" presId="urn:microsoft.com/office/officeart/2005/8/layout/pList2"/>
    <dgm:cxn modelId="{C1F75804-1423-41E5-B1A5-65FCCAC7B3D3}" type="presParOf" srcId="{C8E20FD4-5C5E-491C-8D36-EBEB8A4B7F3E}" destId="{06DB018F-A45F-41D1-B121-5336D98C2779}" srcOrd="6" destOrd="0" presId="urn:microsoft.com/office/officeart/2005/8/layout/pList2"/>
    <dgm:cxn modelId="{B046EDA5-7D69-4DC7-83C7-E343AD53E92F}" type="presParOf" srcId="{06DB018F-A45F-41D1-B121-5336D98C2779}" destId="{42EFD938-A1CE-4444-BD5A-AB19F05097F2}" srcOrd="0" destOrd="0" presId="urn:microsoft.com/office/officeart/2005/8/layout/pList2"/>
    <dgm:cxn modelId="{CC82C05A-9999-42FA-99F8-17EB3CC40FFA}" type="presParOf" srcId="{06DB018F-A45F-41D1-B121-5336D98C2779}" destId="{F9F06519-DC5F-493F-8216-4DC6C80F66EC}" srcOrd="1" destOrd="0" presId="urn:microsoft.com/office/officeart/2005/8/layout/pList2"/>
    <dgm:cxn modelId="{B8E923AC-A65B-4CF9-AAE4-B9C04C0D15A7}" type="presParOf" srcId="{06DB018F-A45F-41D1-B121-5336D98C2779}" destId="{ECF2C431-7BDD-4A9E-8424-5AA5D4182050}" srcOrd="2" destOrd="0" presId="urn:microsoft.com/office/officeart/2005/8/layout/pList2"/>
    <dgm:cxn modelId="{C9F8D34C-BCCA-4031-A245-4AAE03A471C6}" type="presParOf" srcId="{C8E20FD4-5C5E-491C-8D36-EBEB8A4B7F3E}" destId="{53A52F4C-AC09-4C50-B08A-4685FE8D4BA0}" srcOrd="7" destOrd="0" presId="urn:microsoft.com/office/officeart/2005/8/layout/pList2"/>
    <dgm:cxn modelId="{A46B9406-F08D-4FEA-AA37-8E221DDF39FF}" type="presParOf" srcId="{C8E20FD4-5C5E-491C-8D36-EBEB8A4B7F3E}" destId="{96EEAD21-090D-4ED1-8D13-7F6BCB148FD3}" srcOrd="8" destOrd="0" presId="urn:microsoft.com/office/officeart/2005/8/layout/pList2"/>
    <dgm:cxn modelId="{C1150C0A-0871-4B85-A4E0-2C09FEDFD2BC}" type="presParOf" srcId="{96EEAD21-090D-4ED1-8D13-7F6BCB148FD3}" destId="{B49AFC41-1D78-4343-8970-3B07E1EC45BE}" srcOrd="0" destOrd="0" presId="urn:microsoft.com/office/officeart/2005/8/layout/pList2"/>
    <dgm:cxn modelId="{6D74C68A-D484-4FB4-8C3F-39313F984BF3}" type="presParOf" srcId="{96EEAD21-090D-4ED1-8D13-7F6BCB148FD3}" destId="{35D66144-462F-4C2F-967D-759874D752CF}" srcOrd="1" destOrd="0" presId="urn:microsoft.com/office/officeart/2005/8/layout/pList2"/>
    <dgm:cxn modelId="{63C40E2F-FB6C-4D19-A160-6CA2CBF0CC8A}" type="presParOf" srcId="{96EEAD21-090D-4ED1-8D13-7F6BCB148FD3}" destId="{D6EF3429-4E1A-41AC-9027-A90F47F188B7}" srcOrd="2" destOrd="0" presId="urn:microsoft.com/office/officeart/2005/8/layout/p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1857AF2-41F0-4E6D-93EA-7C99799CDFA4}" type="doc">
      <dgm:prSet loTypeId="urn:microsoft.com/office/officeart/2005/8/layout/cycle1" loCatId="cycle" qsTypeId="urn:microsoft.com/office/officeart/2005/8/quickstyle/simple1" qsCatId="simple" csTypeId="urn:microsoft.com/office/officeart/2005/8/colors/accent1_1" csCatId="accent1" phldr="1"/>
      <dgm:spPr/>
      <dgm:t>
        <a:bodyPr/>
        <a:lstStyle/>
        <a:p>
          <a:endParaRPr lang="en-US"/>
        </a:p>
      </dgm:t>
    </dgm:pt>
    <dgm:pt modelId="{234FF148-4D04-4A5E-91FA-D4BB1ADAC27D}">
      <dgm:prSet phldrT="[Text]" phldr="0"/>
      <dgm:spPr/>
      <dgm:t>
        <a:bodyPr/>
        <a:lstStyle/>
        <a:p>
          <a:r>
            <a:rPr lang="en-US" dirty="0"/>
            <a:t>Consider Tools</a:t>
          </a:r>
        </a:p>
      </dgm:t>
    </dgm:pt>
    <dgm:pt modelId="{52F63678-4EAD-4E70-A55F-14FE7530D8AD}" type="parTrans" cxnId="{57170F9A-46A2-405C-A3A3-201B654C7A9B}">
      <dgm:prSet/>
      <dgm:spPr/>
      <dgm:t>
        <a:bodyPr/>
        <a:lstStyle/>
        <a:p>
          <a:endParaRPr lang="en-US"/>
        </a:p>
      </dgm:t>
    </dgm:pt>
    <dgm:pt modelId="{C8543A4C-3B83-4567-AB3D-63412C5DE554}" type="sibTrans" cxnId="{57170F9A-46A2-405C-A3A3-201B654C7A9B}">
      <dgm:prSet/>
      <dgm:spPr/>
      <dgm:t>
        <a:bodyPr/>
        <a:lstStyle/>
        <a:p>
          <a:endParaRPr lang="en-US"/>
        </a:p>
      </dgm:t>
    </dgm:pt>
    <dgm:pt modelId="{02A0755E-63EF-4B3C-852F-931CBDA3CA5A}">
      <dgm:prSet phldrT="[Text]" phldr="0"/>
      <dgm:spPr/>
      <dgm:t>
        <a:bodyPr/>
        <a:lstStyle/>
        <a:p>
          <a:r>
            <a:rPr lang="en-US" dirty="0"/>
            <a:t>Plan / Reason</a:t>
          </a:r>
        </a:p>
      </dgm:t>
    </dgm:pt>
    <dgm:pt modelId="{8671F13A-B60A-4F71-81B6-3D47FC7B2665}" type="parTrans" cxnId="{0F806811-6ADA-47E0-BD55-46D7FE52D93A}">
      <dgm:prSet/>
      <dgm:spPr/>
      <dgm:t>
        <a:bodyPr/>
        <a:lstStyle/>
        <a:p>
          <a:endParaRPr lang="en-US"/>
        </a:p>
      </dgm:t>
    </dgm:pt>
    <dgm:pt modelId="{6CB60659-0E46-4F80-A90E-41B405F33AB3}" type="sibTrans" cxnId="{0F806811-6ADA-47E0-BD55-46D7FE52D93A}">
      <dgm:prSet/>
      <dgm:spPr/>
      <dgm:t>
        <a:bodyPr/>
        <a:lstStyle/>
        <a:p>
          <a:endParaRPr lang="en-US"/>
        </a:p>
      </dgm:t>
    </dgm:pt>
    <dgm:pt modelId="{8510E843-24C2-42C0-8E4D-18DD998BB882}">
      <dgm:prSet phldrT="[Text]" phldr="0"/>
      <dgm:spPr/>
      <dgm:t>
        <a:bodyPr/>
        <a:lstStyle/>
        <a:p>
          <a:r>
            <a:rPr lang="en-US"/>
            <a:t>Invoke Tools</a:t>
          </a:r>
          <a:endParaRPr lang="en-US" dirty="0"/>
        </a:p>
      </dgm:t>
    </dgm:pt>
    <dgm:pt modelId="{79C4F2D3-2F99-46E7-8B57-59DCE4E3E69E}" type="parTrans" cxnId="{C70476A7-428B-4DB0-A6A9-1BFBE895DCB1}">
      <dgm:prSet/>
      <dgm:spPr/>
      <dgm:t>
        <a:bodyPr/>
        <a:lstStyle/>
        <a:p>
          <a:endParaRPr lang="en-US"/>
        </a:p>
      </dgm:t>
    </dgm:pt>
    <dgm:pt modelId="{61EBA072-BD63-4988-9926-5820A0A3EC8D}" type="sibTrans" cxnId="{C70476A7-428B-4DB0-A6A9-1BFBE895DCB1}">
      <dgm:prSet/>
      <dgm:spPr/>
      <dgm:t>
        <a:bodyPr/>
        <a:lstStyle/>
        <a:p>
          <a:endParaRPr lang="en-US"/>
        </a:p>
      </dgm:t>
    </dgm:pt>
    <dgm:pt modelId="{995E2385-2CEE-425F-A740-D5F3D25E3C95}" type="pres">
      <dgm:prSet presAssocID="{31857AF2-41F0-4E6D-93EA-7C99799CDFA4}" presName="cycle" presStyleCnt="0">
        <dgm:presLayoutVars>
          <dgm:dir/>
          <dgm:resizeHandles val="exact"/>
        </dgm:presLayoutVars>
      </dgm:prSet>
      <dgm:spPr/>
    </dgm:pt>
    <dgm:pt modelId="{BD6A7EAC-6D0C-4A22-AFA6-DD14DD9AD595}" type="pres">
      <dgm:prSet presAssocID="{234FF148-4D04-4A5E-91FA-D4BB1ADAC27D}" presName="dummy" presStyleCnt="0"/>
      <dgm:spPr/>
    </dgm:pt>
    <dgm:pt modelId="{57A7A397-E518-4131-A5F6-4242910CFA70}" type="pres">
      <dgm:prSet presAssocID="{234FF148-4D04-4A5E-91FA-D4BB1ADAC27D}" presName="node" presStyleLbl="revTx" presStyleIdx="0" presStyleCnt="3">
        <dgm:presLayoutVars>
          <dgm:bulletEnabled val="1"/>
        </dgm:presLayoutVars>
      </dgm:prSet>
      <dgm:spPr/>
    </dgm:pt>
    <dgm:pt modelId="{F53A5701-0DD2-4984-BD22-1BF9ABB5D25D}" type="pres">
      <dgm:prSet presAssocID="{C8543A4C-3B83-4567-AB3D-63412C5DE554}" presName="sibTrans" presStyleLbl="node1" presStyleIdx="0" presStyleCnt="3"/>
      <dgm:spPr/>
    </dgm:pt>
    <dgm:pt modelId="{4DCE5DFD-D92E-47C0-8F86-82A746762F9E}" type="pres">
      <dgm:prSet presAssocID="{02A0755E-63EF-4B3C-852F-931CBDA3CA5A}" presName="dummy" presStyleCnt="0"/>
      <dgm:spPr/>
    </dgm:pt>
    <dgm:pt modelId="{DCDD3A9E-5A94-4B43-9C0D-8E6F22276291}" type="pres">
      <dgm:prSet presAssocID="{02A0755E-63EF-4B3C-852F-931CBDA3CA5A}" presName="node" presStyleLbl="revTx" presStyleIdx="1" presStyleCnt="3">
        <dgm:presLayoutVars>
          <dgm:bulletEnabled val="1"/>
        </dgm:presLayoutVars>
      </dgm:prSet>
      <dgm:spPr/>
    </dgm:pt>
    <dgm:pt modelId="{20C0E9FD-BA4B-4D05-A1ED-40834EFA58EC}" type="pres">
      <dgm:prSet presAssocID="{6CB60659-0E46-4F80-A90E-41B405F33AB3}" presName="sibTrans" presStyleLbl="node1" presStyleIdx="1" presStyleCnt="3"/>
      <dgm:spPr/>
    </dgm:pt>
    <dgm:pt modelId="{BA7EC406-3FA5-446C-A2D6-A17A74CB53F4}" type="pres">
      <dgm:prSet presAssocID="{8510E843-24C2-42C0-8E4D-18DD998BB882}" presName="dummy" presStyleCnt="0"/>
      <dgm:spPr/>
    </dgm:pt>
    <dgm:pt modelId="{E511B780-3FFF-4323-8015-2D6EF9181546}" type="pres">
      <dgm:prSet presAssocID="{8510E843-24C2-42C0-8E4D-18DD998BB882}" presName="node" presStyleLbl="revTx" presStyleIdx="2" presStyleCnt="3">
        <dgm:presLayoutVars>
          <dgm:bulletEnabled val="1"/>
        </dgm:presLayoutVars>
      </dgm:prSet>
      <dgm:spPr/>
    </dgm:pt>
    <dgm:pt modelId="{74BAE117-DEDE-4173-91DE-C1DEF7A02EAB}" type="pres">
      <dgm:prSet presAssocID="{61EBA072-BD63-4988-9926-5820A0A3EC8D}" presName="sibTrans" presStyleLbl="node1" presStyleIdx="2" presStyleCnt="3"/>
      <dgm:spPr/>
    </dgm:pt>
  </dgm:ptLst>
  <dgm:cxnLst>
    <dgm:cxn modelId="{0F806811-6ADA-47E0-BD55-46D7FE52D93A}" srcId="{31857AF2-41F0-4E6D-93EA-7C99799CDFA4}" destId="{02A0755E-63EF-4B3C-852F-931CBDA3CA5A}" srcOrd="1" destOrd="0" parTransId="{8671F13A-B60A-4F71-81B6-3D47FC7B2665}" sibTransId="{6CB60659-0E46-4F80-A90E-41B405F33AB3}"/>
    <dgm:cxn modelId="{1617F745-90DD-4016-99BD-BEA0C5FE5A95}" type="presOf" srcId="{61EBA072-BD63-4988-9926-5820A0A3EC8D}" destId="{74BAE117-DEDE-4173-91DE-C1DEF7A02EAB}" srcOrd="0" destOrd="0" presId="urn:microsoft.com/office/officeart/2005/8/layout/cycle1"/>
    <dgm:cxn modelId="{727FBA4B-8D1B-4383-AD2C-C051CC945905}" type="presOf" srcId="{31857AF2-41F0-4E6D-93EA-7C99799CDFA4}" destId="{995E2385-2CEE-425F-A740-D5F3D25E3C95}" srcOrd="0" destOrd="0" presId="urn:microsoft.com/office/officeart/2005/8/layout/cycle1"/>
    <dgm:cxn modelId="{64962058-C158-4D27-97B0-5BA8F66D6C14}" type="presOf" srcId="{8510E843-24C2-42C0-8E4D-18DD998BB882}" destId="{E511B780-3FFF-4323-8015-2D6EF9181546}" srcOrd="0" destOrd="0" presId="urn:microsoft.com/office/officeart/2005/8/layout/cycle1"/>
    <dgm:cxn modelId="{D3237A8C-E50A-481F-972A-527347FD8466}" type="presOf" srcId="{234FF148-4D04-4A5E-91FA-D4BB1ADAC27D}" destId="{57A7A397-E518-4131-A5F6-4242910CFA70}" srcOrd="0" destOrd="0" presId="urn:microsoft.com/office/officeart/2005/8/layout/cycle1"/>
    <dgm:cxn modelId="{B5911E91-0981-40EF-887E-BBA6E736087F}" type="presOf" srcId="{C8543A4C-3B83-4567-AB3D-63412C5DE554}" destId="{F53A5701-0DD2-4984-BD22-1BF9ABB5D25D}" srcOrd="0" destOrd="0" presId="urn:microsoft.com/office/officeart/2005/8/layout/cycle1"/>
    <dgm:cxn modelId="{57170F9A-46A2-405C-A3A3-201B654C7A9B}" srcId="{31857AF2-41F0-4E6D-93EA-7C99799CDFA4}" destId="{234FF148-4D04-4A5E-91FA-D4BB1ADAC27D}" srcOrd="0" destOrd="0" parTransId="{52F63678-4EAD-4E70-A55F-14FE7530D8AD}" sibTransId="{C8543A4C-3B83-4567-AB3D-63412C5DE554}"/>
    <dgm:cxn modelId="{D6D05CA2-8458-455E-BBBE-828BE26EDDB5}" type="presOf" srcId="{02A0755E-63EF-4B3C-852F-931CBDA3CA5A}" destId="{DCDD3A9E-5A94-4B43-9C0D-8E6F22276291}" srcOrd="0" destOrd="0" presId="urn:microsoft.com/office/officeart/2005/8/layout/cycle1"/>
    <dgm:cxn modelId="{C70476A7-428B-4DB0-A6A9-1BFBE895DCB1}" srcId="{31857AF2-41F0-4E6D-93EA-7C99799CDFA4}" destId="{8510E843-24C2-42C0-8E4D-18DD998BB882}" srcOrd="2" destOrd="0" parTransId="{79C4F2D3-2F99-46E7-8B57-59DCE4E3E69E}" sibTransId="{61EBA072-BD63-4988-9926-5820A0A3EC8D}"/>
    <dgm:cxn modelId="{C4ED98EA-0FE5-4F74-8940-08C5C90A62E7}" type="presOf" srcId="{6CB60659-0E46-4F80-A90E-41B405F33AB3}" destId="{20C0E9FD-BA4B-4D05-A1ED-40834EFA58EC}" srcOrd="0" destOrd="0" presId="urn:microsoft.com/office/officeart/2005/8/layout/cycle1"/>
    <dgm:cxn modelId="{20D7472A-85B3-4AA7-9F8F-CFFE6A90DF91}" type="presParOf" srcId="{995E2385-2CEE-425F-A740-D5F3D25E3C95}" destId="{BD6A7EAC-6D0C-4A22-AFA6-DD14DD9AD595}" srcOrd="0" destOrd="0" presId="urn:microsoft.com/office/officeart/2005/8/layout/cycle1"/>
    <dgm:cxn modelId="{0F701D7E-729D-4EA4-AFE1-6D447C107E38}" type="presParOf" srcId="{995E2385-2CEE-425F-A740-D5F3D25E3C95}" destId="{57A7A397-E518-4131-A5F6-4242910CFA70}" srcOrd="1" destOrd="0" presId="urn:microsoft.com/office/officeart/2005/8/layout/cycle1"/>
    <dgm:cxn modelId="{263D49B0-EE4A-45B7-8C76-0EC085C61D8D}" type="presParOf" srcId="{995E2385-2CEE-425F-A740-D5F3D25E3C95}" destId="{F53A5701-0DD2-4984-BD22-1BF9ABB5D25D}" srcOrd="2" destOrd="0" presId="urn:microsoft.com/office/officeart/2005/8/layout/cycle1"/>
    <dgm:cxn modelId="{DF9E126F-58A5-416B-AB97-30148B35A132}" type="presParOf" srcId="{995E2385-2CEE-425F-A740-D5F3D25E3C95}" destId="{4DCE5DFD-D92E-47C0-8F86-82A746762F9E}" srcOrd="3" destOrd="0" presId="urn:microsoft.com/office/officeart/2005/8/layout/cycle1"/>
    <dgm:cxn modelId="{FF09047A-7F25-4AC2-A853-9939973C9B40}" type="presParOf" srcId="{995E2385-2CEE-425F-A740-D5F3D25E3C95}" destId="{DCDD3A9E-5A94-4B43-9C0D-8E6F22276291}" srcOrd="4" destOrd="0" presId="urn:microsoft.com/office/officeart/2005/8/layout/cycle1"/>
    <dgm:cxn modelId="{D9EDF55C-ADBF-4260-9BF8-69D9396C1DA7}" type="presParOf" srcId="{995E2385-2CEE-425F-A740-D5F3D25E3C95}" destId="{20C0E9FD-BA4B-4D05-A1ED-40834EFA58EC}" srcOrd="5" destOrd="0" presId="urn:microsoft.com/office/officeart/2005/8/layout/cycle1"/>
    <dgm:cxn modelId="{A0B4447C-EF69-46DF-88B5-2A9E96FCDA7F}" type="presParOf" srcId="{995E2385-2CEE-425F-A740-D5F3D25E3C95}" destId="{BA7EC406-3FA5-446C-A2D6-A17A74CB53F4}" srcOrd="6" destOrd="0" presId="urn:microsoft.com/office/officeart/2005/8/layout/cycle1"/>
    <dgm:cxn modelId="{9ECF3A19-D306-4AD9-9856-83046DBF9287}" type="presParOf" srcId="{995E2385-2CEE-425F-A740-D5F3D25E3C95}" destId="{E511B780-3FFF-4323-8015-2D6EF9181546}" srcOrd="7" destOrd="0" presId="urn:microsoft.com/office/officeart/2005/8/layout/cycle1"/>
    <dgm:cxn modelId="{13C8DFCC-5C9E-496E-B32C-E82A2A398FF2}" type="presParOf" srcId="{995E2385-2CEE-425F-A740-D5F3D25E3C95}" destId="{74BAE117-DEDE-4173-91DE-C1DEF7A02EAB}" srcOrd="8" destOrd="0" presId="urn:microsoft.com/office/officeart/2005/8/layout/cycl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FC36F6-DA35-4049-93CD-D37C309A8A11}">
      <dsp:nvSpPr>
        <dsp:cNvPr id="0" name=""/>
        <dsp:cNvSpPr/>
      </dsp:nvSpPr>
      <dsp:spPr>
        <a:xfrm>
          <a:off x="0" y="0"/>
          <a:ext cx="11141049" cy="2164384"/>
        </a:xfrm>
        <a:prstGeom prst="roundRect">
          <a:avLst>
            <a:gd name="adj" fmla="val 1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D1299BA-DC44-4FB3-B1F9-574B2A5A095F}">
      <dsp:nvSpPr>
        <dsp:cNvPr id="0" name=""/>
        <dsp:cNvSpPr/>
      </dsp:nvSpPr>
      <dsp:spPr>
        <a:xfrm>
          <a:off x="337810" y="288584"/>
          <a:ext cx="1938042" cy="1587215"/>
        </a:xfrm>
        <a:prstGeom prst="roundRect">
          <a:avLst>
            <a:gd name="adj" fmla="val 10000"/>
          </a:avLst>
        </a:prstGeom>
        <a:blipFill>
          <a:blip xmlns:r="http://schemas.openxmlformats.org/officeDocument/2006/relationships" r:embed="rId1"/>
          <a:srcRect/>
          <a:stretch>
            <a:fillRect t="-31000" b="-31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E671806-4AA8-4D39-A5C0-4CD58D08FDD7}">
      <dsp:nvSpPr>
        <dsp:cNvPr id="0" name=""/>
        <dsp:cNvSpPr/>
      </dsp:nvSpPr>
      <dsp:spPr>
        <a:xfrm rot="10800000">
          <a:off x="337810" y="2164384"/>
          <a:ext cx="1938042" cy="2645359"/>
        </a:xfrm>
        <a:prstGeom prst="round2SameRect">
          <a:avLst>
            <a:gd name="adj1" fmla="val 10500"/>
            <a:gd name="adj2" fmla="val 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6248" tIns="206248" rIns="206248" bIns="206248" numCol="1" spcCol="1270" anchor="t" anchorCtr="0">
          <a:noAutofit/>
        </a:bodyPr>
        <a:lstStyle/>
        <a:p>
          <a:pPr marL="0" lvl="0" indent="0" algn="ctr" defTabSz="1289050">
            <a:lnSpc>
              <a:spcPct val="90000"/>
            </a:lnSpc>
            <a:spcBef>
              <a:spcPct val="0"/>
            </a:spcBef>
            <a:spcAft>
              <a:spcPct val="35000"/>
            </a:spcAft>
            <a:buNone/>
          </a:pPr>
          <a:r>
            <a:rPr lang="en-US" sz="2900" kern="1200" dirty="0"/>
            <a:t>Anti-AI</a:t>
          </a:r>
        </a:p>
      </dsp:txBody>
      <dsp:txXfrm rot="10800000">
        <a:off x="397411" y="2164384"/>
        <a:ext cx="1818840" cy="2585758"/>
      </dsp:txXfrm>
    </dsp:sp>
    <dsp:sp modelId="{6FBB37D4-8352-4C9F-BA3A-86016EDE27FD}">
      <dsp:nvSpPr>
        <dsp:cNvPr id="0" name=""/>
        <dsp:cNvSpPr/>
      </dsp:nvSpPr>
      <dsp:spPr>
        <a:xfrm>
          <a:off x="2469657" y="288584"/>
          <a:ext cx="1938042" cy="1587215"/>
        </a:xfrm>
        <a:prstGeom prst="roundRect">
          <a:avLst>
            <a:gd name="adj" fmla="val 10000"/>
          </a:avLst>
        </a:prstGeom>
        <a:blipFill>
          <a:blip xmlns:r="http://schemas.openxmlformats.org/officeDocument/2006/relationships" r:embed="rId2"/>
          <a:srcRect/>
          <a:stretch>
            <a:fillRect l="-23000" r="-23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7DD53052-AAFB-47A9-A140-B65A12CD3753}">
      <dsp:nvSpPr>
        <dsp:cNvPr id="0" name=""/>
        <dsp:cNvSpPr/>
      </dsp:nvSpPr>
      <dsp:spPr>
        <a:xfrm rot="10800000">
          <a:off x="2469657" y="2164384"/>
          <a:ext cx="1938042" cy="2645359"/>
        </a:xfrm>
        <a:prstGeom prst="round2SameRect">
          <a:avLst>
            <a:gd name="adj1" fmla="val 10500"/>
            <a:gd name="adj2" fmla="val 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6248" tIns="206248" rIns="206248" bIns="206248" numCol="1" spcCol="1270" anchor="t" anchorCtr="0">
          <a:noAutofit/>
        </a:bodyPr>
        <a:lstStyle/>
        <a:p>
          <a:pPr marL="0" lvl="0" indent="0" algn="ctr" defTabSz="1289050">
            <a:lnSpc>
              <a:spcPct val="90000"/>
            </a:lnSpc>
            <a:spcBef>
              <a:spcPct val="0"/>
            </a:spcBef>
            <a:spcAft>
              <a:spcPct val="35000"/>
            </a:spcAft>
            <a:buNone/>
          </a:pPr>
          <a:r>
            <a:rPr lang="en-US" sz="2900" kern="1200"/>
            <a:t>Chat about my problem</a:t>
          </a:r>
          <a:endParaRPr lang="en-US" sz="2900" kern="1200" dirty="0"/>
        </a:p>
      </dsp:txBody>
      <dsp:txXfrm rot="10800000">
        <a:off x="2529258" y="2164384"/>
        <a:ext cx="1818840" cy="2585758"/>
      </dsp:txXfrm>
    </dsp:sp>
    <dsp:sp modelId="{AC2184B4-96A1-4D8E-80AF-2763D00530C5}">
      <dsp:nvSpPr>
        <dsp:cNvPr id="0" name=""/>
        <dsp:cNvSpPr/>
      </dsp:nvSpPr>
      <dsp:spPr>
        <a:xfrm>
          <a:off x="4601503" y="288584"/>
          <a:ext cx="1938042" cy="1587215"/>
        </a:xfrm>
        <a:prstGeom prst="roundRect">
          <a:avLst>
            <a:gd name="adj" fmla="val 10000"/>
          </a:avLst>
        </a:prstGeom>
        <a:blipFill>
          <a:blip xmlns:r="http://schemas.openxmlformats.org/officeDocument/2006/relationships" r:embed="rId3"/>
          <a:srcRect/>
          <a:stretch>
            <a:fillRect t="-3000" b="-3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F0EE7A5-8FB7-4BA5-8F85-1695CD4FB453}">
      <dsp:nvSpPr>
        <dsp:cNvPr id="0" name=""/>
        <dsp:cNvSpPr/>
      </dsp:nvSpPr>
      <dsp:spPr>
        <a:xfrm rot="10800000">
          <a:off x="4601503" y="2164384"/>
          <a:ext cx="1938042" cy="2645359"/>
        </a:xfrm>
        <a:prstGeom prst="round2SameRect">
          <a:avLst>
            <a:gd name="adj1" fmla="val 10500"/>
            <a:gd name="adj2" fmla="val 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6248" tIns="206248" rIns="206248" bIns="206248" numCol="1" spcCol="1270" anchor="t" anchorCtr="0">
          <a:noAutofit/>
        </a:bodyPr>
        <a:lstStyle/>
        <a:p>
          <a:pPr marL="0" lvl="0" indent="0" algn="ctr" defTabSz="1289050">
            <a:lnSpc>
              <a:spcPct val="90000"/>
            </a:lnSpc>
            <a:spcBef>
              <a:spcPct val="0"/>
            </a:spcBef>
            <a:spcAft>
              <a:spcPct val="35000"/>
            </a:spcAft>
            <a:buNone/>
          </a:pPr>
          <a:r>
            <a:rPr lang="en-US" sz="2900" kern="1200" dirty="0"/>
            <a:t>Agents help me on my tasks</a:t>
          </a:r>
        </a:p>
      </dsp:txBody>
      <dsp:txXfrm rot="10800000">
        <a:off x="4661104" y="2164384"/>
        <a:ext cx="1818840" cy="2585758"/>
      </dsp:txXfrm>
    </dsp:sp>
    <dsp:sp modelId="{ECF2C431-7BDD-4A9E-8424-5AA5D4182050}">
      <dsp:nvSpPr>
        <dsp:cNvPr id="0" name=""/>
        <dsp:cNvSpPr/>
      </dsp:nvSpPr>
      <dsp:spPr>
        <a:xfrm>
          <a:off x="6733349" y="288584"/>
          <a:ext cx="1938042" cy="1587215"/>
        </a:xfrm>
        <a:prstGeom prst="roundRect">
          <a:avLst>
            <a:gd name="adj" fmla="val 10000"/>
          </a:avLst>
        </a:prstGeom>
        <a:blipFill>
          <a:blip xmlns:r="http://schemas.openxmlformats.org/officeDocument/2006/relationships" r:embed="rId4"/>
          <a:srcRect/>
          <a:stretch>
            <a:fillRect t="-1000" b="-1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2EFD938-A1CE-4444-BD5A-AB19F05097F2}">
      <dsp:nvSpPr>
        <dsp:cNvPr id="0" name=""/>
        <dsp:cNvSpPr/>
      </dsp:nvSpPr>
      <dsp:spPr>
        <a:xfrm rot="10800000">
          <a:off x="6733349" y="2164384"/>
          <a:ext cx="1938042" cy="2645359"/>
        </a:xfrm>
        <a:prstGeom prst="round2SameRect">
          <a:avLst>
            <a:gd name="adj1" fmla="val 10500"/>
            <a:gd name="adj2" fmla="val 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6248" tIns="206248" rIns="206248" bIns="206248" numCol="1" spcCol="1270" anchor="t" anchorCtr="0">
          <a:noAutofit/>
        </a:bodyPr>
        <a:lstStyle/>
        <a:p>
          <a:pPr marL="0" lvl="0" indent="0" algn="ctr" defTabSz="1289050">
            <a:lnSpc>
              <a:spcPct val="90000"/>
            </a:lnSpc>
            <a:spcBef>
              <a:spcPct val="0"/>
            </a:spcBef>
            <a:spcAft>
              <a:spcPct val="35000"/>
            </a:spcAft>
            <a:buNone/>
          </a:pPr>
          <a:r>
            <a:rPr lang="en-US" sz="2900" kern="1200" dirty="0"/>
            <a:t>I assign work to Agents and then review</a:t>
          </a:r>
        </a:p>
      </dsp:txBody>
      <dsp:txXfrm rot="10800000">
        <a:off x="6792950" y="2164384"/>
        <a:ext cx="1818840" cy="2585758"/>
      </dsp:txXfrm>
    </dsp:sp>
    <dsp:sp modelId="{D6EF3429-4E1A-41AC-9027-A90F47F188B7}">
      <dsp:nvSpPr>
        <dsp:cNvPr id="0" name=""/>
        <dsp:cNvSpPr/>
      </dsp:nvSpPr>
      <dsp:spPr>
        <a:xfrm>
          <a:off x="8865195" y="288584"/>
          <a:ext cx="1938042" cy="1587215"/>
        </a:xfrm>
        <a:prstGeom prst="roundRect">
          <a:avLst>
            <a:gd name="adj" fmla="val 10000"/>
          </a:avLst>
        </a:prstGeom>
        <a:blipFill>
          <a:blip xmlns:r="http://schemas.openxmlformats.org/officeDocument/2006/relationships" r:embed="rId5"/>
          <a:srcRect/>
          <a:stretch>
            <a:fillRect l="-29000" r="-29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49AFC41-1D78-4343-8970-3B07E1EC45BE}">
      <dsp:nvSpPr>
        <dsp:cNvPr id="0" name=""/>
        <dsp:cNvSpPr/>
      </dsp:nvSpPr>
      <dsp:spPr>
        <a:xfrm rot="10800000">
          <a:off x="8865195" y="2164384"/>
          <a:ext cx="1938042" cy="2645359"/>
        </a:xfrm>
        <a:prstGeom prst="round2SameRect">
          <a:avLst>
            <a:gd name="adj1" fmla="val 10500"/>
            <a:gd name="adj2" fmla="val 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6248" tIns="206248" rIns="206248" bIns="206248" numCol="1" spcCol="1270" anchor="t" anchorCtr="0">
          <a:noAutofit/>
        </a:bodyPr>
        <a:lstStyle/>
        <a:p>
          <a:pPr marL="0" lvl="0" indent="0" algn="ctr" defTabSz="1289050">
            <a:lnSpc>
              <a:spcPct val="90000"/>
            </a:lnSpc>
            <a:spcBef>
              <a:spcPct val="0"/>
            </a:spcBef>
            <a:spcAft>
              <a:spcPct val="35000"/>
            </a:spcAft>
            <a:buNone/>
          </a:pPr>
          <a:r>
            <a:rPr lang="en-US" sz="2900" kern="1200"/>
            <a:t>AI runs my life entirely</a:t>
          </a:r>
          <a:endParaRPr lang="en-US" sz="2900" kern="1200" dirty="0"/>
        </a:p>
      </dsp:txBody>
      <dsp:txXfrm rot="10800000">
        <a:off x="8924796" y="2164384"/>
        <a:ext cx="1818840" cy="258575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7A7A397-E518-4131-A5F6-4242910CFA70}">
      <dsp:nvSpPr>
        <dsp:cNvPr id="0" name=""/>
        <dsp:cNvSpPr/>
      </dsp:nvSpPr>
      <dsp:spPr>
        <a:xfrm>
          <a:off x="4030854" y="341738"/>
          <a:ext cx="1751197" cy="175119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r>
            <a:rPr lang="en-US" sz="3400" kern="1200" dirty="0"/>
            <a:t>Consider Tools</a:t>
          </a:r>
        </a:p>
      </dsp:txBody>
      <dsp:txXfrm>
        <a:off x="4030854" y="341738"/>
        <a:ext cx="1751197" cy="1751197"/>
      </dsp:txXfrm>
    </dsp:sp>
    <dsp:sp modelId="{F53A5701-0DD2-4984-BD22-1BF9ABB5D25D}">
      <dsp:nvSpPr>
        <dsp:cNvPr id="0" name=""/>
        <dsp:cNvSpPr/>
      </dsp:nvSpPr>
      <dsp:spPr>
        <a:xfrm>
          <a:off x="1366616" y="-1974"/>
          <a:ext cx="4137366" cy="4137366"/>
        </a:xfrm>
        <a:prstGeom prst="circularArrow">
          <a:avLst>
            <a:gd name="adj1" fmla="val 8254"/>
            <a:gd name="adj2" fmla="val 576559"/>
            <a:gd name="adj3" fmla="val 2961831"/>
            <a:gd name="adj4" fmla="val 53079"/>
            <a:gd name="adj5" fmla="val 9629"/>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DD3A9E-5A94-4B43-9C0D-8E6F22276291}">
      <dsp:nvSpPr>
        <dsp:cNvPr id="0" name=""/>
        <dsp:cNvSpPr/>
      </dsp:nvSpPr>
      <dsp:spPr>
        <a:xfrm>
          <a:off x="2559700" y="2889852"/>
          <a:ext cx="1751197" cy="175119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r>
            <a:rPr lang="en-US" sz="3400" kern="1200" dirty="0"/>
            <a:t>Plan / Reason</a:t>
          </a:r>
        </a:p>
      </dsp:txBody>
      <dsp:txXfrm>
        <a:off x="2559700" y="2889852"/>
        <a:ext cx="1751197" cy="1751197"/>
      </dsp:txXfrm>
    </dsp:sp>
    <dsp:sp modelId="{20C0E9FD-BA4B-4D05-A1ED-40834EFA58EC}">
      <dsp:nvSpPr>
        <dsp:cNvPr id="0" name=""/>
        <dsp:cNvSpPr/>
      </dsp:nvSpPr>
      <dsp:spPr>
        <a:xfrm>
          <a:off x="1366616" y="-1974"/>
          <a:ext cx="4137366" cy="4137366"/>
        </a:xfrm>
        <a:prstGeom prst="circularArrow">
          <a:avLst>
            <a:gd name="adj1" fmla="val 8254"/>
            <a:gd name="adj2" fmla="val 576559"/>
            <a:gd name="adj3" fmla="val 10170362"/>
            <a:gd name="adj4" fmla="val 7261610"/>
            <a:gd name="adj5" fmla="val 9629"/>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511B780-3FFF-4323-8015-2D6EF9181546}">
      <dsp:nvSpPr>
        <dsp:cNvPr id="0" name=""/>
        <dsp:cNvSpPr/>
      </dsp:nvSpPr>
      <dsp:spPr>
        <a:xfrm>
          <a:off x="1088546" y="341738"/>
          <a:ext cx="1751197" cy="175119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r>
            <a:rPr lang="en-US" sz="3400" kern="1200"/>
            <a:t>Invoke Tools</a:t>
          </a:r>
          <a:endParaRPr lang="en-US" sz="3400" kern="1200" dirty="0"/>
        </a:p>
      </dsp:txBody>
      <dsp:txXfrm>
        <a:off x="1088546" y="341738"/>
        <a:ext cx="1751197" cy="1751197"/>
      </dsp:txXfrm>
    </dsp:sp>
    <dsp:sp modelId="{74BAE117-DEDE-4173-91DE-C1DEF7A02EAB}">
      <dsp:nvSpPr>
        <dsp:cNvPr id="0" name=""/>
        <dsp:cNvSpPr/>
      </dsp:nvSpPr>
      <dsp:spPr>
        <a:xfrm>
          <a:off x="1366616" y="-1974"/>
          <a:ext cx="4137366" cy="4137366"/>
        </a:xfrm>
        <a:prstGeom prst="circularArrow">
          <a:avLst>
            <a:gd name="adj1" fmla="val 8254"/>
            <a:gd name="adj2" fmla="val 576559"/>
            <a:gd name="adj3" fmla="val 16854831"/>
            <a:gd name="adj4" fmla="val 14968610"/>
            <a:gd name="adj5" fmla="val 9629"/>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pList2">
  <dgm:title val=""/>
  <dgm:desc val=""/>
  <dgm:catLst>
    <dgm:cat type="list" pri="11000"/>
    <dgm:cat type="picture" pri="24000"/>
    <dgm:cat type="pictureconvert" pri="24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onstrLst>
      <dgm:constr type="w" for="ch" forName="bkgdShp" refType="w"/>
      <dgm:constr type="h" for="ch" forName="bkgdShp" refType="h" fact="0.45"/>
      <dgm:constr type="t" for="ch" forName="bkgdShp"/>
      <dgm:constr type="w" for="ch" forName="linComp" refType="w" fact="0.94"/>
      <dgm:constr type="h" for="ch" forName="linComp" refType="h"/>
      <dgm:constr type="ctrX" for="ch" forName="linComp" refType="w" fact="0.5"/>
    </dgm:constrLst>
    <dgm:ruleLst/>
    <dgm:choose name="Name1">
      <dgm:if name="Name2" axis="ch" ptType="node" func="cnt" op="gte" val="1">
        <dgm:layoutNode name="bkgdShp" styleLbl="alignAccFollowNode1">
          <dgm:alg type="sp"/>
          <dgm:shape xmlns:r="http://schemas.openxmlformats.org/officeDocument/2006/relationships" type="roundRect" r:blip="">
            <dgm:adjLst>
              <dgm:adj idx="1" val="0.1"/>
            </dgm:adjLst>
          </dgm:shape>
          <dgm:presOf/>
          <dgm:constrLst/>
          <dgm:ruleLst/>
        </dgm:layoutNode>
        <dgm:layoutNode name="linComp">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ptType="sibTrans" refType="w" refFor="ch" refForName="compNode" fact="0.1"/>
            <dgm:constr type="h" for="ch" ptType="sibTrans" op="equ"/>
            <dgm:constr type="h" for="ch" forName="compNode" op="equ"/>
            <dgm:constr type="primFontSz" for="des" forName="node" op="equ"/>
          </dgm:constrLst>
          <dgm:ruleLst/>
          <dgm:forEach name="nodesForEach" axis="ch" ptType="node">
            <dgm:layoutNode name="compNode">
              <dgm:alg type="composite"/>
              <dgm:shape xmlns:r="http://schemas.openxmlformats.org/officeDocument/2006/relationships" r:blip="">
                <dgm:adjLst/>
              </dgm:shape>
              <dgm:presOf/>
              <dgm:constrLst>
                <dgm:constr type="w" for="ch" forName="node" refType="w"/>
                <dgm:constr type="h" for="ch" forName="node" refType="h" fact="0.55"/>
                <dgm:constr type="b" for="ch" forName="node" refType="h"/>
                <dgm:constr type="w" for="ch" forName="invisiNode" refType="w" fact="0.75"/>
                <dgm:constr type="h" for="ch" forName="invisiNode" refType="h" fact="0.06"/>
                <dgm:constr type="t" for="ch" forName="invisiNode"/>
                <dgm:constr type="w" for="ch" forName="imagNode" refType="w"/>
                <dgm:constr type="h" for="ch" forName="imagNode" refType="h" fact="0.33"/>
                <dgm:constr type="ctrX" for="ch" forName="imagNode" refType="w" fact="0.5"/>
                <dgm:constr type="t" for="ch" forName="imagNode" refType="h" fact="0.06"/>
              </dgm:constrLst>
              <dgm:ruleLst/>
              <dgm:layoutNode name="node" styleLbl="node1">
                <dgm:varLst>
                  <dgm:bulletEnabled val="1"/>
                </dgm:varLst>
                <dgm:alg type="tx">
                  <dgm:param type="txAnchorVert" val="t"/>
                </dgm:alg>
                <dgm:shape xmlns:r="http://schemas.openxmlformats.org/officeDocument/2006/relationships" rot="180" type="round2SameRect" r:blip="">
                  <dgm:adjLst>
                    <dgm:adj idx="1" val="0.105"/>
                  </dgm:adjLst>
                </dgm:shape>
                <dgm:presOf axis="desOrSelf" ptType="node"/>
                <dgm:constrLst>
                  <dgm:constr type="primFontSz" val="65"/>
                </dgm:constrLst>
                <dgm:ruleLst>
                  <dgm:rule type="primFontSz" val="5" fact="NaN" max="NaN"/>
                </dgm:ruleLst>
              </dgm:layoutNode>
              <dgm:layoutNode name="invisiNode">
                <dgm:alg type="sp"/>
                <dgm:shape xmlns:r="http://schemas.openxmlformats.org/officeDocument/2006/relationships" type="roundRect" r:blip="" hideGeom="1">
                  <dgm:adjLst>
                    <dgm:adj idx="1" val="0.1"/>
                  </dgm:adjLst>
                </dgm:shape>
                <dgm:presOf/>
                <dgm:constrLst/>
                <dgm:ruleLst/>
              </dgm:layoutNode>
              <dgm:layoutNode name="imagNode" styleLbl="fgImgPlace1">
                <dgm:alg type="sp"/>
                <dgm:shape xmlns:r="http://schemas.openxmlformats.org/officeDocument/2006/relationships" type="roundRect" r:blip="" zOrderOff="-2" blipPhldr="1">
                  <dgm:adjLst>
                    <dgm:adj idx="1" val="0.1"/>
                  </dgm:adjLst>
                </dgm:shape>
                <dgm:presOf/>
                <dgm:constrLst/>
                <dgm:ruleLst/>
              </dgm:layoutNode>
            </dgm:layoutNode>
            <dgm:forEach name="sibTransForEach"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if>
      <dgm:else name="Name6"/>
    </dgm:choose>
  </dgm:layoutNode>
</dgm:layoutDef>
</file>

<file path=ppt/diagrams/layout2.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06.854"/>
    </inkml:context>
    <inkml:brush xml:id="br0">
      <inkml:brushProperty name="width" value="0.2" units="cm"/>
      <inkml:brushProperty name="height" value="0.2" units="cm"/>
      <inkml:brushProperty name="color" value="#004F8B"/>
    </inkml:brush>
  </inkml:definitions>
  <inkml:trace contextRef="#ctx0" brushRef="#br0">58 13008 456 0 0,'-3'10'-54'0'0,"-1"0"1051"0"0,1 0-1 0 0,0 0 1 0 0,0 1 0 0 0,1-1 0 0 0,2 23 1287 0 0,5-38-1697 0 0,3-9-131 0 0,-8 12-263 0 0,2-3-1 0 0,12-44 14 0 0,-2 1 0 0 0,-2-2-1 0 0,3-63 1 0 0,-1-160 365 0 0,-20-174 521 0 0,-2 80-225 0 0,15-253-228 0 0,-1-178-602 0 0,-29 1 223 0 0,-40-471 1742 0 0,48 270-696 0 0,33-1 759 0 0,-1 120-1165 0 0,76-1589-1004 0 0,-29 1226-24 0 0,-57 799 72 0 0,4-78-16 0 0,-2 430 39 0 0,3 0-1 0 0,45-174 1 0 0,-50 250-320 0 0,-1-1 0 0 0,-1 1 0 0 0,0-1 0 0 0,-1 1 0 0 0,-1-1 0 0 0,-1 0 0 0 0,0 1 0 0 0,0-1 0 0 0,-2 0 0 0 0,0 1 0 0 0,-1-1 0 0 0,-6-20 0 0 0,1 11-1670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08.400"/>
    </inkml:context>
    <inkml:brush xml:id="br0">
      <inkml:brushProperty name="width" value="0.2" units="cm"/>
      <inkml:brushProperty name="height" value="0.2" units="cm"/>
      <inkml:brushProperty name="color" value="#004F8B"/>
    </inkml:brush>
  </inkml:definitions>
  <inkml:trace contextRef="#ctx0" brushRef="#br0">1 1607 6913 0 0,'11'-15'2368'0'0,"-2"3"-2452"0"0,0 0-1 0 0,10-19 0 0 0,8-34 651 0 0,37-131-1 0 0,-4-74 603 0 0,120-500-387 0 0,-142 655-781 0 0,-33 103 0 0 0,1-1 0 0 0,0 1 0 0 0,1 0 0 0 0,1 0 0 0 0,0 1 0 0 0,16-18 0 0 0,-23 27 2 0 0,0 0 1 0 0,1 1 0 0 0,-1-1 0 0 0,1 1-1 0 0,-1 0 1 0 0,1-1 0 0 0,0 1 0 0 0,0 0-1 0 0,-1 0 1 0 0,1 0 0 0 0,0 0 0 0 0,0 0-1 0 0,0 1 1 0 0,0-1 0 0 0,0 1 0 0 0,0-1 0 0 0,0 1-1 0 0,1 0 1 0 0,-1-1 0 0 0,0 1 0 0 0,0 0-1 0 0,0 1 1 0 0,0-1 0 0 0,0 0 0 0 0,0 0-1 0 0,0 1 1 0 0,0 0 0 0 0,4 1 0 0 0,-2 0 21 0 0,-1 0 1 0 0,0 1-1 0 0,0 0 1 0 0,0-1-1 0 0,0 1 1 0 0,0 0-1 0 0,0 0 1 0 0,-1 1-1 0 0,0-1 1 0 0,1 1 0 0 0,-1-1-1 0 0,-1 1 1 0 0,1-1-1 0 0,2 7 1 0 0,9 32 155 0 0,-2 1 0 0 0,-2 0 0 0 0,4 47 0 0 0,0 2-4 0 0,-8-64-171 0 0,57 300 534 0 0,29-7-27 0 0,10-68-412 0 0,-32-86-1904 0 0,-51-119 309 0 0,-9-25 485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17.264"/>
    </inkml:context>
    <inkml:brush xml:id="br0">
      <inkml:brushProperty name="width" value="0.2" units="cm"/>
      <inkml:brushProperty name="height" value="0.2" units="cm"/>
      <inkml:brushProperty name="color" value="#004F8B"/>
    </inkml:brush>
  </inkml:definitions>
  <inkml:trace contextRef="#ctx0" brushRef="#br0">68 0 4145 0 0,'-8'5'1029'0'0,"1"-1"0"0"0,-1 1-1 0 0,1 0 1 0 0,1 0 0 0 0,-1 1 0 0 0,-11 12 0 0 0,12-11-8 0 0,22-13 1072 0 0,-2 4-2362 0 0,-1 0 1 0 0,22 1 0 0 0,62 8 1267 0 0,134 28 0 0 0,92 40 1296 0 0,-183-41-1800 0 0,251 65 657 0 0,-389-99-1147 0 0,-2 0-3 0 0,1 0 0 0 0,-1 0 0 0 0,0 0 0 0 0,1 0 0 0 0,-1 0 0 0 0,1 0 1 0 0,-1 0-1 0 0,1 1 0 0 0,-1-1 0 0 0,0 0 0 0 0,1 0 0 0 0,-1 0 0 0 0,0 0 1 0 0,1 0-1 0 0,-1 1 0 0 0,1-1 0 0 0,-1 0 0 0 0,0 0 0 0 0,1 1 0 0 0,-1-1 0 0 0,0 0 1 0 0,0 1-1 0 0,1-1 0 0 0,-1 0 0 0 0,0 1 0 0 0,-29-4-88 0 0,-3-10-1587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18.076"/>
    </inkml:context>
    <inkml:brush xml:id="br0">
      <inkml:brushProperty name="width" value="0.2" units="cm"/>
      <inkml:brushProperty name="height" value="0.2" units="cm"/>
      <inkml:brushProperty name="color" value="#004F8B"/>
    </inkml:brush>
  </inkml:definitions>
  <inkml:trace contextRef="#ctx0" brushRef="#br0">365 1322 10138 0 0,'-4'-1'95'0'0,"0"-1"-1"0"0,0 0 1 0 0,0-1-1 0 0,0 1 1 0 0,0 0-1 0 0,1-1 1 0 0,-1 0 0 0 0,1 0-1 0 0,0 0 1 0 0,0 0-1 0 0,-4-5 1 0 0,-30-46 878 0 0,29 40-904 0 0,-18-29-146 0 0,3-2 1 0 0,1 0 0 0 0,2-2 0 0 0,-13-49 0 0 0,-43-200-414 0 0,69 265 472 0 0,1 6-22 0 0,-41-208-298 0 0,41 189 289 0 0,2 1 1 0 0,1-1-1 0 0,5-61 0 0 0,-2 97 73 0 0,1-1 0 0 0,1 1 0 0 0,-1 0 0 0 0,1-1 0 0 0,1 1 0 0 0,-1 0 0 0 0,1 0 0 0 0,5-8 0 0 0,-6 13-12 0 0,0 0 0 0 0,0 0 1 0 0,0 0-1 0 0,0 1 1 0 0,1-1-1 0 0,-1 1 1 0 0,1 0-1 0 0,0 0 0 0 0,-1 0 1 0 0,1 0-1 0 0,0 0 1 0 0,0 0-1 0 0,0 1 1 0 0,0-1-1 0 0,1 1 0 0 0,-1 0 1 0 0,0 0-1 0 0,1 0 1 0 0,-1 1-1 0 0,0-1 1 0 0,1 1-1 0 0,4-1 0 0 0,4 2 28 0 0,0 0 0 0 0,0 0 1 0 0,0 1-1 0 0,-1 1 0 0 0,1 0 0 0 0,-1 0 0 0 0,1 1 0 0 0,-1 0 0 0 0,13 8 0 0 0,5 4 216 0 0,55 41 0 0 0,-34-17 96 0 0,-2 2 0 0 0,-1 3 1 0 0,-3 1-1 0 0,77 104 0 0 0,-98-116-488 0 0,-2 2-1 0 0,-1 0 0 0 0,-2 1 1 0 0,-1 1-1 0 0,-3 1 0 0 0,0 0 1 0 0,13 72-1 0 0,-18-59-11 0 0,-3 1 1 0 0,-1 0 0 0 0,-3 0-1 0 0,-3 0 1 0 0,-11 85 0 0 0,7-100 154 0 0,-16 53 0 0 0,17-78 130 0 0,0 0 0 0 0,-1-1 0 0 0,-1 1 1 0 0,0-1-1 0 0,0 0 0 0 0,-1 0 1 0 0,-13 15-1 0 0,20-26-61 0 0,-1 0 0 0 0,0 0 0 0 0,1 0 0 0 0,-1 0 0 0 0,0 0 0 0 0,0-1 1 0 0,1 1-1 0 0,-1 0 0 0 0,0 0 0 0 0,0-1 0 0 0,0 1 0 0 0,0 0 0 0 0,0-1 0 0 0,0 1 0 0 0,0-1 0 0 0,0 0 1 0 0,0 1-1 0 0,0-1 0 0 0,0 0 0 0 0,-1 1 0 0 0,1-1 0 0 0,0 0 0 0 0,-2 0 0 0 0,2-1-5 0 0,0 1 0 0 0,0-1 0 0 0,1 0 0 0 0,-1 1 0 0 0,0-1 0 0 0,0 0-1 0 0,1 0 1 0 0,-1 1 0 0 0,1-1 0 0 0,-1 0 0 0 0,0 0 0 0 0,1 0 0 0 0,0 0 0 0 0,-1 0-1 0 0,1 0 1 0 0,-1 0 0 0 0,1 0 0 0 0,0 0 0 0 0,0-2 0 0 0,-2-8 182 0 0,1 0 0 0 0,0-1 1 0 0,2-13-1 0 0,-1 25-253 0 0,2-32-118 0 0,1-1 0 0 0,2 1 0 0 0,1 0 0 0 0,2 0 0 0 0,1 1 0 0 0,1 0 0 0 0,2 0 0 0 0,1 2-1 0 0,1-1 1 0 0,2 1 0 0 0,0 2 0 0 0,2-1 0 0 0,42-47 0 0 0,1 8 393 0 0,3 3-1 0 0,2 3 1 0 0,3 3-1 0 0,125-81 1 0 0,-132 102 79 0 0,2 3 1 0 0,96-38 0 0 0,-152 70-441 0 0,-4 1-61 0 0,0-1 0 0 0,-1 1 0 0 0,1 0 1 0 0,0-1-1 0 0,0 0 0 0 0,6-4 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18.851"/>
    </inkml:context>
    <inkml:brush xml:id="br0">
      <inkml:brushProperty name="width" value="0.2" units="cm"/>
      <inkml:brushProperty name="height" value="0.2" units="cm"/>
      <inkml:brushProperty name="color" value="#004F8B"/>
    </inkml:brush>
  </inkml:definitions>
  <inkml:trace contextRef="#ctx0" brushRef="#br0">494 821 10594 0 0,'-2'-3'139'0'0,"1"0"0"0"0,0 0-1 0 0,0 0 1 0 0,0 0 0 0 0,0 0-1 0 0,0 0 1 0 0,1 0 0 0 0,0-1-1 0 0,-1 1 1 0 0,1 0 0 0 0,1-6-1 0 0,-1-3 143 0 0,-22-160 1146 0 0,10 115-2122 0 0,-2 1 0 0 0,-32-80 0 0 0,46 135 683 0 0,-17-43-819 0 0,-2 0-1 0 0,-46-76 1 0 0,56 107 667 0 0,-1 0-1 0 0,0 1 1 0 0,0 0 0 0 0,-2 0 0 0 0,-14-11-1 0 0,18 17 85 0 0,0 0-1 0 0,-1 1 1 0 0,0-1-1 0 0,-1 2 1 0 0,1-1-1 0 0,-1 1 0 0 0,1 1 1 0 0,-21-5-1 0 0,24 7 3 0 0,1 0-1 0 0,0 0 1 0 0,-1 1-1 0 0,1 0 1 0 0,-1 0-1 0 0,1 0 1 0 0,-1 1-1 0 0,1 0 1 0 0,0 0-1 0 0,-1 0 1 0 0,1 1-1 0 0,-6 2 1 0 0,8-3 51 0 0,1 0 0 0 0,0 1 0 0 0,0-1 0 0 0,-1 1 0 0 0,1 0 0 0 0,0-1 0 0 0,0 1 0 0 0,0 0 0 0 0,1 0 0 0 0,-1 0 0 0 0,0 0 0 0 0,1 1 0 0 0,-1-1 0 0 0,1 0 0 0 0,0 1 0 0 0,0-1 0 0 0,0 1 0 0 0,0-1 0 0 0,0 1 0 0 0,1-1 0 0 0,-1 1 0 0 0,1 0 0 0 0,-1-1 0 0 0,1 1 0 0 0,0 0 0 0 0,1 3 0 0 0,0 8 149 0 0,1-1 0 0 0,0 0 1 0 0,1 0-1 0 0,1 0 1 0 0,0 0-1 0 0,1-1 0 0 0,11 21 1 0 0,0-3 805 0 0,39 51 0 0 0,-32-52-358 0 0,2-1 0 0 0,1-2 1 0 0,1 0-1 0 0,1-2 0 0 0,32 21 0 0 0,165 90 2796 0 0,-196-119-3083 0 0,97 46 481 0 0,-113-57-795 0 0,1 0 0 0 0,0 0 1 0 0,0-2-1 0 0,0 0 0 0 0,0 0 1 0 0,0-2-1 0 0,22 1 0 0 0,-33-2-6 0 0,0 0 0 0 0,0 0 0 0 0,-1-1 0 0 0,1 1 1 0 0,0-1-1 0 0,0 1 0 0 0,-1-1 0 0 0,1 0 0 0 0,-1 0 0 0 0,1 0 0 0 0,-1 0 0 0 0,1-1 0 0 0,-1 1 0 0 0,0-1 0 0 0,1 1 0 0 0,-1-1 0 0 0,0 0 1 0 0,0 0-1 0 0,0 0 0 0 0,-1 0 0 0 0,3-2 0 0 0,-2-1-14 0 0,1 0 1 0 0,-1 0 0 0 0,0 0-1 0 0,0 0 1 0 0,-1-1-1 0 0,0 1 1 0 0,0 0 0 0 0,0-1-1 0 0,0-9 1 0 0,-2-16-148 0 0,-1 1 0 0 0,-1 0 1 0 0,-1 0-1 0 0,-17-55 0 0 0,6 20-814 0 0,1 6-2234 0 0,-1-1-968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19.428"/>
    </inkml:context>
    <inkml:brush xml:id="br0">
      <inkml:brushProperty name="width" value="0.2" units="cm"/>
      <inkml:brushProperty name="height" value="0.2" units="cm"/>
      <inkml:brushProperty name="color" value="#004F8B"/>
    </inkml:brush>
  </inkml:definitions>
  <inkml:trace contextRef="#ctx0" brushRef="#br0">133 2 5529 0 0,'-28'-1'262'0'0,"-22"0"556"0"0,46 2-801 0 0,1-1 0 0 0,0 0 0 0 0,0 1 0 0 0,0 0 1 0 0,0 0-1 0 0,-1 0 0 0 0,1 0 0 0 0,1 0 0 0 0,-1 1 1 0 0,0-1-1 0 0,0 1 0 0 0,-4 3 0 0 0,6-4-67 0 0,0 1-1 0 0,0-1 1 0 0,0 1-1 0 0,0-1 1 0 0,0 1-1 0 0,0-1 1 0 0,0 1-1 0 0,1 0 0 0 0,-1-1 1 0 0,1 1-1 0 0,-1 0 1 0 0,1 0-1 0 0,-1 0 1 0 0,1-1-1 0 0,0 1 1 0 0,0 0-1 0 0,0 0 1 0 0,0-1-1 0 0,0 1 1 0 0,1 0-1 0 0,-1 2 1 0 0,13 40-1375 0 0,-8-32 1130 0 0,66 175-1249 0 0,16-9 4337 0 0,-83-171-2533 0 0,1 1 0 0 0,-1-2 0 0 0,1 1 0 0 0,1-1 0 0 0,-1 1 0 0 0,1-1-1 0 0,0-1 1 0 0,1 1 0 0 0,-1-1 0 0 0,14 8 0 0 0,-17-12-243 0 0,-1 1 0 0 0,1-1 0 0 0,-1 0 0 0 0,1 0 0 0 0,0-1 0 0 0,0 1 0 0 0,-1 0 0 0 0,1-1 0 0 0,0 0 0 0 0,0 1 0 0 0,0-1 0 0 0,0 0 0 0 0,-1 0 0 0 0,1-1 0 0 0,0 1 0 0 0,0-1 0 0 0,0 1 0 0 0,-1-1 0 0 0,1 0-1 0 0,0 0 1 0 0,-1 0 0 0 0,1 0 0 0 0,-1-1 0 0 0,1 1 0 0 0,-1-1 0 0 0,0 0 0 0 0,1 1 0 0 0,-1-1 0 0 0,0 0 0 0 0,0 0 0 0 0,0 0 0 0 0,-1 0 0 0 0,1-1 0 0 0,2-4 0 0 0,2-1 54 0 0,-2-1-1 0 0,1 0 1 0 0,-1 0-1 0 0,0 0 1 0 0,-1 0-1 0 0,0-1 1 0 0,2-12-1 0 0,6-71 500 0 0,-8 59-502 0 0,0-5 81 0 0,14-92 95 0 0,-15 120-176 0 0,0 0-1 0 0,2-1 1 0 0,-1 1 0 0 0,2 1-1 0 0,-1-1 1 0 0,1 1-1 0 0,1-1 1 0 0,13-17-1 0 0,-18 26 0 0 0,1 0 0 0 0,0 0-1 0 0,0 0 1 0 0,0 0 0 0 0,0 0 0 0 0,0 0-1 0 0,0 1 1 0 0,1-1 0 0 0,-1 1-1 0 0,0 0 1 0 0,1-1 0 0 0,-1 1-1 0 0,1 0 1 0 0,0 0 0 0 0,-1 1-1 0 0,1-1 1 0 0,0 0 0 0 0,-1 1 0 0 0,5-1-1 0 0,-3 2 22 0 0,0-1 0 0 0,-1 1-1 0 0,1 0 1 0 0,-1 0-1 0 0,1 0 1 0 0,-1 1 0 0 0,1-1-1 0 0,-1 1 1 0 0,0 0 0 0 0,0-1-1 0 0,0 1 1 0 0,6 5-1 0 0,0 2 125 0 0,0 0 0 0 0,0 0 0 0 0,-1 1 0 0 0,-1 1 0 0 0,1-1 0 0 0,-2 1 0 0 0,8 15 0 0 0,-1 3 48 0 0,-2 1 0 0 0,-1 1-1 0 0,-1 0 1 0 0,-2 0-1 0 0,6 53 1 0 0,-10-36-243 0 0,-1 0-1 0 0,-3 0 1 0 0,-6 53 0 0 0,5-85-279 0 0,-1 0 1 0 0,-8 27 0 0 0,-2-14-4122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20.219"/>
    </inkml:context>
    <inkml:brush xml:id="br0">
      <inkml:brushProperty name="width" value="0.2" units="cm"/>
      <inkml:brushProperty name="height" value="0.2" units="cm"/>
      <inkml:brushProperty name="color" value="#004F8B"/>
    </inkml:brush>
  </inkml:definitions>
  <inkml:trace contextRef="#ctx0" brushRef="#br0">329 511 6913 0 0,'0'1'-102'0'0,"-1"0"0"0"0,0 0-1 0 0,0 0 1 0 0,1 0-1 0 0,-1-1 1 0 0,0 1-1 0 0,0 0 1 0 0,0-1-1 0 0,0 1 1 0 0,0-1-1 0 0,0 1 1 0 0,0-1 0 0 0,-1 1-1 0 0,1-1 1 0 0,0 0-1 0 0,0 1 1 0 0,0-1-1 0 0,-3 0 1 0 0,-24-1 148 0 0,-1 0 1393 0 0,-22 3 9226 0 0,46-4-10042 0 0,9 10 72 0 0,7 6-734 0 0,135 111 1231 0 0,-124-109-1006 0 0,1 0 1 0 0,1-2 0 0 0,0-1 0 0 0,1-1 0 0 0,26 9-1 0 0,-39-17-154 0 0,8 3 21 0 0,1-1 1 0 0,27 6-1 0 0,-44-12-51 0 0,1 1-1 0 0,0 0 1 0 0,0-1 0 0 0,0 0-1 0 0,-1 0 1 0 0,1 0 0 0 0,0-1-1 0 0,0 1 1 0 0,-1-1 0 0 0,1 0-1 0 0,0-1 1 0 0,-1 1 0 0 0,1-1-1 0 0,-1 0 1 0 0,0 0 0 0 0,5-3-1 0 0,-6 2-7 0 0,0 0 0 0 0,-1 0 0 0 0,1 0-1 0 0,-1 0 1 0 0,0-1 0 0 0,0 1 0 0 0,0 0-1 0 0,0-1 1 0 0,-1 0 0 0 0,1 1 0 0 0,-1-1-1 0 0,0 0 1 0 0,0 0 0 0 0,-1 0 0 0 0,1 1-1 0 0,-1-1 1 0 0,1 0 0 0 0,-2-4-1 0 0,1-9-26 0 0,-1-1-1 0 0,-5-27 0 0 0,-1 9-112 0 0,-2 0-1 0 0,-2 1 0 0 0,-1 0 0 0 0,-2 1 0 0 0,-1 0 0 0 0,-1 1 1 0 0,-2 1-1 0 0,-39-51 0 0 0,45 68 14 0 0,0 1 0 0 0,-2 1 1 0 0,0 0-1 0 0,0 1 0 0 0,-1 0 0 0 0,0 2 1 0 0,-1-1-1 0 0,-1 2 0 0 0,1 0 1 0 0,-1 1-1 0 0,-27-8 0 0 0,-12-1 6 0 0,-2 3 1 0 0,-75-9-1 0 0,117 21 141 0 0,12 1-27 0 0,-3 1 5 0 0,0-1 1 0 0,-1 0-1 0 0,1-1 0 0 0,0 1 1 0 0,0-2-1 0 0,0 1 0 0 0,0-1 0 0 0,0 0 1 0 0,0 0-1 0 0,1-1 0 0 0,-10-6 0 0 0,16 10-52 0 0,-1-1-1 0 0,1 0 0 0 0,-1 0 1 0 0,1 0-1 0 0,-1 0 1 0 0,1 0-1 0 0,-1 1 0 0 0,1-1 1 0 0,0 0-1 0 0,0 0 0 0 0,-1 0 1 0 0,1 0-1 0 0,0 0 0 0 0,0 0 1 0 0,0 0-1 0 0,0 0 0 0 0,0 0 1 0 0,0 0-1 0 0,1 0 1 0 0,-1 0-1 0 0,0 0 0 0 0,0 0 1 0 0,1 0-1 0 0,-1 0 0 0 0,0 0 1 0 0,1 0-1 0 0,-1 0 0 0 0,1 0 1 0 0,-1 1-1 0 0,1-1 1 0 0,0 0-1 0 0,-1 0 0 0 0,2-1 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20.790"/>
    </inkml:context>
    <inkml:brush xml:id="br0">
      <inkml:brushProperty name="width" value="0.2" units="cm"/>
      <inkml:brushProperty name="height" value="0.2" units="cm"/>
      <inkml:brushProperty name="color" value="#004F8B"/>
    </inkml:brush>
  </inkml:definitions>
  <inkml:trace contextRef="#ctx0" brushRef="#br0">6 10 16588 0 0,'-6'-1'1701'0'0,"11"-2"-1348"0"0,10-2-408 0 0,-6 5-91 0 0,1 0 0 0 0,-1 1 1 0 0,0 0-1 0 0,1 1 0 0 0,-1 0 0 0 0,0 0 1 0 0,0 1-1 0 0,14 6 0 0 0,70 39-824 0 0,-59-28 580 0 0,148 88-707 0 0,10 5 2154 0 0,-133-82 404 0 0,86 32-1 0 0,193 78 1387 0 0,-298-122-2683 0 0,1-2-1 0 0,0-2 1 0 0,2-2-1 0 0,74 13 1 0 0,-111-26-203 0 0,-11-4-914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21.334"/>
    </inkml:context>
    <inkml:brush xml:id="br0">
      <inkml:brushProperty name="width" value="0.2" units="cm"/>
      <inkml:brushProperty name="height" value="0.2" units="cm"/>
      <inkml:brushProperty name="color" value="#004F8B"/>
    </inkml:brush>
  </inkml:definitions>
  <inkml:trace contextRef="#ctx0" brushRef="#br0">59 0 11522 0 0,'-6'2'402'0'0,"-24"4"306"0"0,28-6-690 0 0,1 1 0 0 0,0-1 0 0 0,-1 0 0 0 0,1 1 0 0 0,0-1 0 0 0,0 1 0 0 0,-1 0 0 0 0,1-1 0 0 0,0 1 0 0 0,0 0 0 0 0,0 0 0 0 0,0-1 0 0 0,0 1 0 0 0,0 0 0 0 0,0 0-1 0 0,-1 2 1 0 0,1-2 1 0 0,1 0-1 0 0,0 0 0 0 0,0 0 0 0 0,0 0 1 0 0,0 0-1 0 0,0 0 0 0 0,0 0 0 0 0,0 0 0 0 0,0 0 1 0 0,0 0-1 0 0,0 0 0 0 0,1 0 0 0 0,-1-1 0 0 0,0 1 1 0 0,1 0-1 0 0,-1 0 0 0 0,1 0 0 0 0,-1 0 1 0 0,1 0-1 0 0,-1-1 0 0 0,1 1 0 0 0,-1 0 0 0 0,1 0 1 0 0,0-1-1 0 0,-1 1 0 0 0,1 0 0 0 0,0-1 1 0 0,1 2-1 0 0,27 12 558 0 0,-23-12-543 0 0,154 71 639 0 0,125 48 1215 0 0,-114-63-203 0 0,145 47 322 0 0,-213-70-1668 0 0,146 71 0 0 0,67 34-330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21.566"/>
    </inkml:context>
    <inkml:brush xml:id="br0">
      <inkml:brushProperty name="width" value="0.2" units="cm"/>
      <inkml:brushProperty name="height" value="0.2" units="cm"/>
      <inkml:brushProperty name="color" value="#004F8B"/>
    </inkml:brush>
  </inkml:definitions>
  <inkml:trace contextRef="#ctx0" brushRef="#br0">101 831 16131 0 0,'-37'-22'1433'0'0,"13"5"-1145"0"0,5 3-288 0 0,9 1 0 0 0,7 5 648 0 0,3-1 80 0 0,0-8 8 0 0,-2-11 8 0 0,-1-21-520 0 0,2-18-112 0 0,2-12-15 0 0,2-3-9 0 0,1 5-1025 0 0,0 1-207 0 0,1 4-40 0 0,-5 5 0 0 0,-6 1 920 0 0,-7-2 184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22.093"/>
    </inkml:context>
    <inkml:brush xml:id="br0">
      <inkml:brushProperty name="width" value="0.2" units="cm"/>
      <inkml:brushProperty name="height" value="0.2" units="cm"/>
      <inkml:brushProperty name="color" value="#004F8B"/>
    </inkml:brush>
  </inkml:definitions>
  <inkml:trace contextRef="#ctx0" brushRef="#br0">66 3 17972 0 0,'-13'-1'521'0'0,"9"1"-393"0"0,1-1 0 0 0,-1 1 0 0 0,1 0 0 0 0,-1 0 0 0 0,0 0 0 0 0,1 1 0 0 0,-1-1 0 0 0,1 1 0 0 0,-1 0 1 0 0,-3 1-1 0 0,6-2-169 0 0,0 1 0 0 0,1 0 1 0 0,-1-1-1 0 0,1 1 1 0 0,-1-1-1 0 0,0 1 1 0 0,1 0-1 0 0,-1-1 1 0 0,1 1-1 0 0,-1 0 0 0 0,1 0 1 0 0,0-1-1 0 0,-1 1 1 0 0,1 0-1 0 0,0 0 1 0 0,0 0-1 0 0,-1 0 1 0 0,1-1-1 0 0,0 1 0 0 0,0 0 1 0 0,0 0-1 0 0,0 0 1 0 0,0 0-1 0 0,0 0 1 0 0,0 0-1 0 0,0-1 1 0 0,0 1-1 0 0,1 0 0 0 0,-1 0 1 0 0,0 0-1 0 0,1 0 1 0 0,0 1-1 0 0,14 29-756 0 0,-12-26 351 0 0,12 26-1044 0 0,-3 1 1 0 0,0 0 0 0 0,-2 0-1 0 0,8 42 1 0 0,20 64 703 0 0,-35-131 1054 0 0,0-1 1 0 0,0 1-1 0 0,1-1 0 0 0,0 1 0 0 0,1-1 0 0 0,-1 0 0 0 0,1-1 0 0 0,0 1 1 0 0,0-1-1 0 0,1 0 0 0 0,0 0 0 0 0,-1 0 0 0 0,2-1 0 0 0,-1 0 1 0 0,0 0-1 0 0,1-1 0 0 0,0 0 0 0 0,0 0 0 0 0,0-1 0 0 0,0 1 0 0 0,0-1 1 0 0,0-1-1 0 0,1 0 0 0 0,11 1 0 0 0,-12-1-299 0 0,1-1-1 0 0,0 0 1 0 0,-1 0-1 0 0,1-1 1 0 0,-1 0-1 0 0,1 0 0 0 0,-1-1 1 0 0,0 0-1 0 0,0-1 1 0 0,0 1-1 0 0,0-1 1 0 0,0 0-1 0 0,0-1 1 0 0,-1 0-1 0 0,1 0 1 0 0,-1 0-1 0 0,0-1 1 0 0,0 0-1 0 0,-1 0 1 0 0,0 0-1 0 0,0-1 1 0 0,0 0-1 0 0,0 0 1 0 0,3-7-1 0 0,12-26-368 0 0,14-47 0 0 0,-23 56 759 0 0,1 0 0 0 0,1 1-1 0 0,1 1 1 0 0,26-40 0 0 0,-34 61-223 0 0,0 0 0 0 0,0 0 0 0 0,1 0 0 0 0,0 0 0 0 0,0 1 0 0 0,0 1 1 0 0,1-1-1 0 0,0 1 0 0 0,0 0 0 0 0,0 1 0 0 0,1 0 0 0 0,-1 0 0 0 0,1 1 0 0 0,0 0 0 0 0,0 0 0 0 0,0 1 0 0 0,0 1 0 0 0,1-1 1 0 0,15 1-1 0 0,-15 0-102 0 0,1 1 1 0 0,-1 1-1 0 0,0 0 0 0 0,1 0 1 0 0,-1 1-1 0 0,0 0 1 0 0,0 1-1 0 0,0 0 1 0 0,0 1-1 0 0,0 0 1 0 0,-1 0-1 0 0,0 1 0 0 0,0 0 1 0 0,0 1-1 0 0,0 0 1 0 0,-1 0-1 0 0,0 1 1 0 0,-1 0-1 0 0,1 0 1 0 0,-1 1-1 0 0,-1 0 0 0 0,1 0 1 0 0,-1 1-1 0 0,-1 0 1 0 0,0 0-1 0 0,0 0 1 0 0,0 1-1 0 0,-1-1 1 0 0,-1 1-1 0 0,0 0 0 0 0,0 0 1 0 0,-1 0-1 0 0,0 0 1 0 0,0 14-1 0 0,-1-3 57 0 0,-2 0-1 0 0,0-1 0 0 0,-1 1 1 0 0,-1 0-1 0 0,-1-1 0 0 0,-1 1 1 0 0,-1-1-1 0 0,0-1 0 0 0,-2 1 1 0 0,-14 27-1 0 0,0-8 23 0 0,-2-1 1 0 0,-1-1-1 0 0,-55 61 0 0 0,72-88-322 0 0,1-2-1 0 0,-2 1 1 0 0,1-1 0 0 0,-1 0-1 0 0,0-1 1 0 0,-1 0 0 0 0,0-1-1 0 0,-18 10 1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30.051"/>
    </inkml:context>
    <inkml:brush xml:id="br0">
      <inkml:brushProperty name="width" value="0.2" units="cm"/>
      <inkml:brushProperty name="height" value="0.2" units="cm"/>
      <inkml:brushProperty name="color" value="#004F8B"/>
    </inkml:brush>
  </inkml:definitions>
  <inkml:trace contextRef="#ctx0" brushRef="#br0">5 799 1976 0 0,'-5'-17'8494'0'0,"13"16"-8442"0"0,0 0 0 0 0,0 1 0 0 0,0 0 0 0 0,0 1 0 0 0,-1-1 0 0 0,12 4 0 0 0,1-1-46 0 0,16-1 279 0 0,0-2 1 0 0,0-1-1 0 0,0-2 1 0 0,44-8-1 0 0,14-2 109 0 0,360-13 27 0 0,-276 18-340 0 0,903-54 223 0 0,-955 52-304 0 0,207-17 0 0 0,465-53 0 0 0,-210 24-60 0 0,-197 23-79 0 0,-163 16 42 0 0,171-8-540 0 0,-159 11 2 0 0,426-22-302 0 0,602-44-404 0 0,-292 10 1246 0 0,-738 52-102 0 0,3133-143 5015 0 0,-909 132-4746 0 0,-806 19 291 0 0,-582 12 197 0 0,-160 0-347 0 0,879 23 19 0 0,-490 17 462 0 0,-165-4-195 0 0,365 5-589 0 0,-1143-26-3093 0 0,-300-12 2055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31.619"/>
    </inkml:context>
    <inkml:brush xml:id="br0">
      <inkml:brushProperty name="width" value="0.2" units="cm"/>
      <inkml:brushProperty name="height" value="0.2" units="cm"/>
      <inkml:brushProperty name="color" value="#004F8B"/>
    </inkml:brush>
  </inkml:definitions>
  <inkml:trace contextRef="#ctx0" brushRef="#br0">0 0 2304 0 0,'3'1'259'0'0,"-1"0"-1"0"0,1 0 0 0 0,-1 0 0 0 0,1 0 0 0 0,-1 0 0 0 0,1 1 0 0 0,2 2 1 0 0,13 6 68 0 0,43 12 1226 0 0,118 24-1 0 0,69-4 1028 0 0,-204-36-2256 0 0,561 102 2149 0 0,-480-77-2286 0 0,-1 5-1 0 0,231 101 1 0 0,-317-120-187 0 0,56 34 0 0 0,-82-43 0 0 0,1 1 0 0 0,-2-1 0 0 0,1 2 0 0 0,-1 0 0 0 0,-1 0 0 0 0,1 1 0 0 0,16 24 0 0 0,-25-32-1 0 0,1 1 1 0 0,-1 0-1 0 0,0 0 0 0 0,-1 0 1 0 0,1 0-1 0 0,-1 1 0 0 0,1-1 1 0 0,-1 0-1 0 0,-1 1 0 0 0,1-1 1 0 0,-1 0-1 0 0,1 8 0 0 0,-2-9 7 0 0,1-1-1 0 0,-1 1 0 0 0,1 0 0 0 0,-1 0 0 0 0,0 0 0 0 0,0-1 0 0 0,0 1 0 0 0,-1-1 0 0 0,1 1 0 0 0,-1-1 1 0 0,1 1-1 0 0,-1-1 0 0 0,0 0 0 0 0,0 0 0 0 0,0 0 0 0 0,0 0 0 0 0,0 0 0 0 0,0 0 0 0 0,-1 0 1 0 0,-3 1-1 0 0,-12 7 225 0 0,-1 0 0 0 0,0-1 1 0 0,-1-2-1 0 0,-29 8 0 0 0,-87 15 371 0 0,113-26-540 0 0,-221 30 251 0 0,3-1 114 0 0,193-24-373 0 0,1 3 1 0 0,1 1 0 0 0,-46 20 0 0 0,81-28-81 0 0,1 0 0 0 0,0 0 1 0 0,-1 1-1 0 0,2 0 0 0 0,-12 9 1 0 0,19-12-61 0 0,-1-1 0 0 0,0 1 0 0 0,0-1 0 0 0,1 1 0 0 0,0 0 0 0 0,0 0 0 0 0,-1 0 1 0 0,2 0-1 0 0,-1 1 0 0 0,0-1 0 0 0,1 0 0 0 0,-1 1 0 0 0,1-1 0 0 0,0 1 0 0 0,0-1 1 0 0,0 1-1 0 0,1 0 0 0 0,-1-1 0 0 0,1 1 0 0 0,0 4 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33.994"/>
    </inkml:context>
    <inkml:brush xml:id="br0">
      <inkml:brushProperty name="width" value="0.2" units="cm"/>
      <inkml:brushProperty name="height" value="0.2" units="cm"/>
      <inkml:brushProperty name="color" value="#004F8B"/>
    </inkml:brush>
  </inkml:definitions>
  <inkml:trace contextRef="#ctx0" brushRef="#br0">1090 901 2304 0 0,'59'-123'3039'0'0,"62"-113"3987"0"0,-91 186-5434 0 0,41-77 2548 0 0,-62 109-3759 0 0,-2 0 1 0 0,0 0-1 0 0,-2 0 0 0 0,0-1 0 0 0,4-29 0 0 0,-7 36-352 0 0,-1 0 0 0 0,-1-1 0 0 0,0 1 0 0 0,0 0-1 0 0,-1-1 1 0 0,-1 1 0 0 0,0 0 0 0 0,-5-15 0 0 0,5 21-92 0 0,0 1 0 0 0,-1-1 0 0 0,1 1 0 0 0,-1 0 0 0 0,0 0 0 0 0,-1 0 0 0 0,1 0 0 0 0,-1 1 0 0 0,0-1 1 0 0,0 1-1 0 0,0 0 0 0 0,-1 0 0 0 0,0 1 0 0 0,1-1 0 0 0,-1 1 0 0 0,-1 0 0 0 0,1 0 0 0 0,0 1 0 0 0,-9-3 0 0 0,1 1-152 0 0,0 1-1 0 0,-1 0 0 0 0,0 1 0 0 0,1 1 0 0 0,-1 0 0 0 0,0 1 0 0 0,0 0 0 0 0,0 1 0 0 0,-16 3 0 0 0,-7 4-302 0 0,1 0 0 0 0,-43 17-1 0 0,-1 8 699 0 0,1 2 0 0 0,1 4 0 0 0,3 4-1 0 0,1 3 1 0 0,2 3 0 0 0,3 3 0 0 0,1 3-1 0 0,-65 70 1 0 0,98-88 424 0 0,1 1 0 0 0,2 2 0 0 0,-54 87 1 0 0,71-99-374 0 0,1 0 1 0 0,1 1 0 0 0,1 0-1 0 0,2 1 1 0 0,1 0 0 0 0,1 1 0 0 0,-6 53-1 0 0,13-66-172 0 0,0-1-1 0 0,2 0 0 0 0,0 0 1 0 0,1 0-1 0 0,0 0 1 0 0,2 0-1 0 0,0 0 0 0 0,1 0 1 0 0,0-1-1 0 0,2 0 1 0 0,-1 0-1 0 0,2-1 0 0 0,0 0 1 0 0,1 0-1 0 0,1-1 1 0 0,20 24-1 0 0,-10-17-38 0 0,0-1-1 0 0,2 0 1 0 0,0-2-1 0 0,1-1 1 0 0,1-1-1 0 0,0-1 1 0 0,1-1-1 0 0,1-1 1 0 0,37 13 0 0 0,-16-10 9 0 0,1-2 1 0 0,0-3-1 0 0,1-1 1 0 0,56 3-1 0 0,-33-9-14 0 0,1-3 0 0 0,87-9 0 0 0,-106 1 24 0 0,1-3 0 0 0,-1-2 0 0 0,53-19 0 0 0,151-70-2561 0 0,-209 79-4893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34.585"/>
    </inkml:context>
    <inkml:brush xml:id="br0">
      <inkml:brushProperty name="width" value="0.2" units="cm"/>
      <inkml:brushProperty name="height" value="0.2" units="cm"/>
      <inkml:brushProperty name="color" value="#004F8B"/>
    </inkml:brush>
  </inkml:definitions>
  <inkml:trace contextRef="#ctx0" brushRef="#br0">450 152 4145 0 0,'35'-57'1489'0'0,"-33"52"-1261"0"0,1 0 1 0 0,-1 0-1 0 0,0 0 0 0 0,0 0 1 0 0,-1 0-1 0 0,1-1 0 0 0,-1 1 1 0 0,-1 0-1 0 0,1-1 0 0 0,-1-5 1 0 0,0 9-169 0 0,0 1 1 0 0,-1-1 0 0 0,1 1-1 0 0,-1-1 1 0 0,0 0-1 0 0,0 1 1 0 0,1-1-1 0 0,-1 1 1 0 0,0 0 0 0 0,0-1-1 0 0,0 1 1 0 0,0 0-1 0 0,-1 0 1 0 0,1-1 0 0 0,0 1-1 0 0,-1 0 1 0 0,1 0-1 0 0,0 0 1 0 0,-1 0 0 0 0,1 1-1 0 0,-1-1 1 0 0,1 0-1 0 0,-1 1 1 0 0,0-1-1 0 0,1 1 1 0 0,-1-1 0 0 0,0 1-1 0 0,1 0 1 0 0,-1 0-1 0 0,0 0 1 0 0,-2 0 0 0 0,-6-1 48 0 0,-1 1 0 0 0,1 1 0 0 0,-19 3 0 0 0,8 1 39 0 0,-1 0-1 0 0,2 2 1 0 0,-1 1 0 0 0,1 0 0 0 0,0 1-1 0 0,1 2 1 0 0,-23 14 0 0 0,17-7 257 0 0,1 0-1 0 0,0 2 1 0 0,2 1 0 0 0,-33 37 0 0 0,47-49-197 0 0,1 1 0 0 0,1 0-1 0 0,-1 0 1 0 0,2 1 0 0 0,-1 0 0 0 0,1 0 0 0 0,1 0-1 0 0,0 0 1 0 0,1 1 0 0 0,0 0 0 0 0,1-1 0 0 0,0 1-1 0 0,0 15 1 0 0,1-20-128 0 0,2 0 1 0 0,-1 0-1 0 0,1 0 0 0 0,0 0 1 0 0,0 0-1 0 0,1 0 0 0 0,0 0 1 0 0,0 0-1 0 0,1-1 0 0 0,0 1 1 0 0,0-1-1 0 0,1 0 0 0 0,-1 0 1 0 0,1 0-1 0 0,0 0 0 0 0,1 0 1 0 0,0-1-1 0 0,0 0 0 0 0,0 0 1 0 0,0 0-1 0 0,1-1 0 0 0,-1 0 1 0 0,11 6-1 0 0,-3-4 0 0 0,-1-1 0 0 0,1 0 0 0 0,0-1 0 0 0,1 0 0 0 0,-1-1 0 0 0,1 0 0 0 0,-1-2 0 0 0,1 1 0 0 0,0-2 0 0 0,-1 1 0 0 0,28-5 0 0 0,-7 0 52 0 0,-1-3 0 0 0,0 0 0 0 0,55-21 0 0 0,-65 18-144 0 0,0 0-1 0 0,-1-1 1 0 0,0-1-1 0 0,-1-1 0 0 0,29-23 1 0 0,-39 28-113 0 0,-2-1 0 0 0,1 0 0 0 0,-1 0 1 0 0,-1-1-1 0 0,1 0 0 0 0,-2-1 0 0 0,1 1 0 0 0,-2-2 1 0 0,1 1-1 0 0,-2-1 0 0 0,1 0 0 0 0,3-15 1 0 0,-7 21-56 0 0,-1-1 0 0 0,0 1 1 0 0,0-1-1 0 0,-1 1 1 0 0,0-1-1 0 0,0 1 0 0 0,-1 0 1 0 0,0-1-1 0 0,0 1 0 0 0,0-1 1 0 0,-3-6-1 0 0,0 2-1602 0 0,-1 0 0 0 0,-10-20 0 0 0,-1 7-2910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35.424"/>
    </inkml:context>
    <inkml:brush xml:id="br0">
      <inkml:brushProperty name="width" value="0.2" units="cm"/>
      <inkml:brushProperty name="height" value="0.2" units="cm"/>
      <inkml:brushProperty name="color" value="#004F8B"/>
    </inkml:brush>
  </inkml:definitions>
  <inkml:trace contextRef="#ctx0" brushRef="#br0">95 173 4609 0 0,'1'-1'28'0'0,"-1"1"0"0"0,0-1 1 0 0,0 1-1 0 0,0 0 0 0 0,0-1 0 0 0,0 1 1 0 0,1-1-1 0 0,-1 1 0 0 0,0 0 0 0 0,0-1 1 0 0,1 1-1 0 0,-1 0 0 0 0,0-1 0 0 0,0 1 1 0 0,1 0-1 0 0,-1-1 0 0 0,0 1 0 0 0,1 0 1 0 0,-1 0-1 0 0,1-1 0 0 0,-1 1 0 0 0,0 0 1 0 0,1 0-1 0 0,-1 0 0 0 0,1 0 0 0 0,-1 0 1 0 0,0-1-1 0 0,1 1 0 0 0,-1 0 0 0 0,1 0 0 0 0,-1 0 1 0 0,1 0-1 0 0,-1 0 0 0 0,1 0 0 0 0,-1 0 1 0 0,0 0-1 0 0,1 1 0 0 0,-1-1 0 0 0,1 0 1 0 0,-1 0-1 0 0,0 0 0 0 0,1 0 0 0 0,-1 1 1 0 0,1-1-1 0 0,-1 0 0 0 0,0 0 0 0 0,1 1 1 0 0,-1-1-1 0 0,0 0 0 0 0,1 0 0 0 0,-1 1 1 0 0,0-1-1 0 0,0 0 0 0 0,1 1 0 0 0,-1-1 0 0 0,0 1 1 0 0,0-1-1 0 0,1 0 0 0 0,-1 1 0 0 0,0-1 1 0 0,0 1-1 0 0,0-1 0 0 0,0 1 0 0 0,11 25 1308 0 0,-8-8-904 0 0,0 1-1 0 0,-2-1 1 0 0,0 1-1 0 0,-1-1 1 0 0,-1 1-1 0 0,0-1 0 0 0,-2 0 1 0 0,-5 22-1 0 0,-6 12 583 0 0,-33 73 1 0 0,-9 32 1711 0 0,53-142-2159 0 0,7-29-287 0 0,8-25-57 0 0,6-31-701 0 0,3 1-1 0 0,4 2 1 0 0,54-110 0 0 0,-62 147-137 0 0,2 1-1 0 0,0 1 0 0 0,46-50 1 0 0,-48 61 316 0 0,1 1-1 0 0,0 0 1 0 0,1 2-1 0 0,1 0 1 0 0,0 1-1 0 0,32-15 1 0 0,-48 25 267 0 0,1 1-1 0 0,0 0 1 0 0,0 0 0 0 0,0 0 0 0 0,0 1-1 0 0,0 0 1 0 0,0 0 0 0 0,0 0 0 0 0,1 1-1 0 0,-1-1 1 0 0,0 1 0 0 0,0 1-1 0 0,1-1 1 0 0,-1 1 0 0 0,0-1 0 0 0,0 2-1 0 0,0-1 1 0 0,0 0 0 0 0,0 1 0 0 0,0 0-1 0 0,0 0 1 0 0,0 1 0 0 0,-1-1-1 0 0,1 1 1 0 0,-1 0 0 0 0,0 0 0 0 0,0 1-1 0 0,0-1 1 0 0,0 1 0 0 0,0 0 0 0 0,-1 0-1 0 0,0 0 1 0 0,0 0 0 0 0,0 0-1 0 0,0 1 1 0 0,-1 0 0 0 0,1-1 0 0 0,-1 1-1 0 0,2 7 1 0 0,1 5 201 0 0,-1 0 1 0 0,-1 0-1 0 0,0 1 0 0 0,-1-1 0 0 0,-1 0 0 0 0,0 1 1 0 0,-3 27-1 0 0,-25 123 1795 0 0,21-138-1553 0 0,-3 10 186 0 0,5-24-292 0 0,0 0 1 0 0,1 0-1 0 0,1 1 1 0 0,0-1-1 0 0,1 1 1 0 0,3 31-1 0 0,2-34 78 0 0,-4-14-419 0 0,1 1 0 0 0,-1-1 0 0 0,0 0 0 0 0,0 1 0 0 0,0-1 0 0 0,0 0 0 0 0,1 1 0 0 0,-1-1 0 0 0,0 0 0 0 0,0 0 0 0 0,0 1 0 0 0,1-1 0 0 0,-1 0 0 0 0,0 0-1 0 0,1 1 1 0 0,-1-1 0 0 0,0 0 0 0 0,1 0 0 0 0,-1 0 0 0 0,0 0 0 0 0,1 1 0 0 0,-1-1 0 0 0,0 0 0 0 0,1 0 0 0 0,-1 0 0 0 0,0 0 0 0 0,1 0 0 0 0,-1 0 0 0 0,0 0 0 0 0,1 0 0 0 0,-1 0 0 0 0,0 0-1 0 0,1 0 1 0 0,-1 0 0 0 0,1 0 0 0 0,-1-1 0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35.839"/>
    </inkml:context>
    <inkml:brush xml:id="br0">
      <inkml:brushProperty name="width" value="0.2" units="cm"/>
      <inkml:brushProperty name="height" value="0.2" units="cm"/>
      <inkml:brushProperty name="color" value="#004F8B"/>
    </inkml:brush>
  </inkml:definitions>
  <inkml:trace contextRef="#ctx0" brushRef="#br0">165 0 11979 0 0,'-7'151'694'0'0,"-34"200"0"0"0,18-191 391 0 0,-52 557 3019 0 0,65-615-3968 0 0,4-28 191 0 0,4 0-1 0 0,2 0 1 0 0,4 0 0 0 0,3 0 0 0 0,17 74-1 0 0,-21-137-607 0 0,2 11 530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36.147"/>
    </inkml:context>
    <inkml:brush xml:id="br0">
      <inkml:brushProperty name="width" value="0.2" units="cm"/>
      <inkml:brushProperty name="height" value="0.2" units="cm"/>
      <inkml:brushProperty name="color" value="#004F8B"/>
    </inkml:brush>
  </inkml:definitions>
  <inkml:trace contextRef="#ctx0" brushRef="#br0">14 7 12899 0 0,'-13'-7'5633'0'0,"13"10"-5545"0"0,1 0 1 0 0,-1 0-1 0 0,1-1 1 0 0,0 1-1 0 0,0 0 1 0 0,0-1-1 0 0,1 1 0 0 0,-1-1 1 0 0,0 1-1 0 0,1-1 1 0 0,0 0-1 0 0,-1 0 1 0 0,1 1-1 0 0,0-1 0 0 0,0 0 1 0 0,0-1-1 0 0,0 1 1 0 0,1 0-1 0 0,-1 0 1 0 0,3 1-1 0 0,5 2 52 0 0,0 1-1 0 0,0-1 1 0 0,20 7-1 0 0,-4-5-153 0 0,1-1-1 0 0,0 0 1 0 0,0-3-1 0 0,0 0 1 0 0,0-1-1 0 0,50-4 1 0 0,166-33-997 0 0,-139 17 476 0 0,35 1-672 0 0,-104 15 662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36.863"/>
    </inkml:context>
    <inkml:brush xml:id="br0">
      <inkml:brushProperty name="width" value="0.2" units="cm"/>
      <inkml:brushProperty name="height" value="0.2" units="cm"/>
      <inkml:brushProperty name="color" value="#004F8B"/>
    </inkml:brush>
  </inkml:definitions>
  <inkml:trace contextRef="#ctx0" brushRef="#br0">0 443 4609 0 0,'17'2'5592'0'0,"10"5"-2288"0"0,-3-1-1420 0 0,11-1-1352 0 0,0-1 1 0 0,1-2 0 0 0,-1-2 0 0 0,0-1 0 0 0,48-7 0 0 0,-54 3-171 0 0,1-1 1 0 0,-2-1 0 0 0,1-1-1 0 0,-1-2 1 0 0,0-1 0 0 0,45-25 0 0 0,-64 30-575 0 0,1 0 1 0 0,-1 0-1 0 0,0-1 1 0 0,-1 0 0 0 0,1-1-1 0 0,-2 0 1 0 0,1 0-1 0 0,-1-1 1 0 0,0 0 0 0 0,-1 0-1 0 0,10-18 1 0 0,-13 20 38 0 0,0-1 0 0 0,-1 0 1 0 0,1 0-1 0 0,-1 0 0 0 0,-1 0 1 0 0,0 0-1 0 0,0 0 0 0 0,0 0 0 0 0,-1 0 1 0 0,-1 0-1 0 0,1 0 0 0 0,-1 0 0 0 0,0 0 1 0 0,-1 0-1 0 0,0 0 0 0 0,-6-15 0 0 0,6 16-48 0 0,-1 1 0 0 0,-1-1 0 0 0,1 0 0 0 0,-1 1 0 0 0,0 0-1 0 0,-1 0 1 0 0,1 0 0 0 0,-1 0 0 0 0,0 1 0 0 0,-1-1 0 0 0,1 1-1 0 0,-1 1 1 0 0,0-1 0 0 0,-9-4 0 0 0,6 4 17 0 0,0 2 0 0 0,0-1 0 0 0,-1 1 0 0 0,1 0 0 0 0,0 1 0 0 0,-1 0 1 0 0,0 0-1 0 0,1 1 0 0 0,-1 1 0 0 0,-10 0 0 0 0,3 1 142 0 0,0 1 0 0 0,0 0 0 0 0,0 2 1 0 0,0 0-1 0 0,1 0 0 0 0,0 2 0 0 0,0 0 0 0 0,0 1 1 0 0,1 0-1 0 0,0 2 0 0 0,0 0 0 0 0,-16 13 0 0 0,18-11 426 0 0,2 0 0 0 0,0 1 0 0 0,0 1 0 0 0,1 0 0 0 0,0 1 0 0 0,1 0 0 0 0,1 0-1 0 0,1 0 1 0 0,0 1 0 0 0,0 1 0 0 0,2-1 0 0 0,0 1 0 0 0,0 0 0 0 0,2 0 0 0 0,0 0 0 0 0,-1 19-1 0 0,2-11 6 0 0,1 1-1 0 0,2-1 0 0 0,0 0 0 0 0,2 1 0 0 0,0-1 0 0 0,2 0 0 0 0,0 0 0 0 0,2-1 1 0 0,1 0-1 0 0,13 29 0 0 0,-15-40-312 0 0,1-1 1 0 0,0 0-1 0 0,0 0 0 0 0,1-1 1 0 0,0 0-1 0 0,1-1 1 0 0,0 0-1 0 0,1 0 0 0 0,0-1 1 0 0,0 0-1 0 0,1-1 1 0 0,0 0-1 0 0,0 0 0 0 0,0-1 1 0 0,1-1-1 0 0,0 0 1 0 0,0-1-1 0 0,1 0 0 0 0,-1 0 1 0 0,17 1-1 0 0,4-1-277 0 0,0-1 1 0 0,0-1-1 0 0,0-3 0 0 0,1 0 0 0 0,-1-2 0 0 0,58-13 0 0 0,-32 3-1072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37.362"/>
    </inkml:context>
    <inkml:brush xml:id="br0">
      <inkml:brushProperty name="width" value="0.2" units="cm"/>
      <inkml:brushProperty name="height" value="0.2" units="cm"/>
      <inkml:brushProperty name="color" value="#004F8B"/>
    </inkml:brush>
  </inkml:definitions>
  <inkml:trace contextRef="#ctx0" brushRef="#br0">1113 1 6913 0 0,'-169'156'3696'0'0,"-54"56"3089"0"0,24 22-4843 0 0,93-106-1876 0 0,-132 124 0 0 0,221-236-124 0 0,-51 44-566 0 0,60-54 292 0 0,0 0 0 0 0,-1 0 1 0 0,0-1-1 0 0,0 0 0 0 0,-1 0 0 0 0,-12 4 1 0 0,5-8-1372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37.672"/>
    </inkml:context>
    <inkml:brush xml:id="br0">
      <inkml:brushProperty name="width" value="0.2" units="cm"/>
      <inkml:brushProperty name="height" value="0.2" units="cm"/>
      <inkml:brushProperty name="color" value="#004F8B"/>
    </inkml:brush>
  </inkml:definitions>
  <inkml:trace contextRef="#ctx0" brushRef="#br0">1 42 8290 0 0,'7'-42'10713'0'0,"-6"43"-10592"0"0,33 22 607 0 0,-31-21-544 0 0,23 19 36 0 0,-1 2 1 0 0,-1 1-1 0 0,-1 1 0 0 0,-2 1 0 0 0,0 1 0 0 0,24 41 0 0 0,83 187-186 0 0,-97-186 48 0 0,-18-41-80 0 0,1 0 0 0 0,1-1 0 0 0,31 41 1 0 0,-37-58-14 0 0,0 0 1 0 0,0 0 0 0 0,1-1 0 0 0,0 0 0 0 0,1-1 0 0 0,-1 0 0 0 0,2 0-1 0 0,-1-1 1 0 0,1-1 0 0 0,25 10 0 0 0,-23-12-550 0 0,1 1 0 0 0,22 2 0 0 0,-3-3-6587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38.169"/>
    </inkml:context>
    <inkml:brush xml:id="br0">
      <inkml:brushProperty name="width" value="0.2" units="cm"/>
      <inkml:brushProperty name="height" value="0.2" units="cm"/>
      <inkml:brushProperty name="color" value="#004F8B"/>
    </inkml:brush>
  </inkml:definitions>
  <inkml:trace contextRef="#ctx0" brushRef="#br0">149 1 7370 0 0,'6'1'1958'0'0,"-6"-1"-1928"0"0,4 17 1601 0 0,-2 21 280 0 0,-10 33 574 0 0,-26 105 0 0 0,7-47-1343 0 0,-15 147 56 0 0,-5 283-1 0 0,44-504-1177 0 0,9 89 0 0 0,-5-127-51 0 0,2 0-1 0 0,0 0 1 0 0,1 0-1 0 0,1 0 1 0 0,0 0-1 0 0,1-1 1 0 0,1 0-1 0 0,1-1 1 0 0,12 21 0 0 0,-10-23-607 0 0,1-4-189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38.403"/>
    </inkml:context>
    <inkml:brush xml:id="br0">
      <inkml:brushProperty name="width" value="0.2" units="cm"/>
      <inkml:brushProperty name="height" value="0.2" units="cm"/>
      <inkml:brushProperty name="color" value="#004F8B"/>
    </inkml:brush>
  </inkml:definitions>
  <inkml:trace contextRef="#ctx0" brushRef="#br0">0 180 13827 0 0,'1'-2'90'0'0,"-1"-1"0"0"0,1 1 0 0 0,0 0 0 0 0,0 0 0 0 0,0-1 0 0 0,0 1 0 0 0,0 0 0 0 0,0 0 0 0 0,1 0 0 0 0,-1 1 0 0 0,1-1 0 0 0,-1 0 0 0 0,1 0 0 0 0,0 1 0 0 0,-1-1 0 0 0,1 1 0 0 0,0-1 0 0 0,0 1 0 0 0,0 0 0 0 0,0 0 0 0 0,0 0 0 0 0,1 0 0 0 0,-1 0 0 0 0,4-1 0 0 0,1 0 259 0 0,-1 0 0 0 0,1-1 1 0 0,-1 0-1 0 0,0 0 0 0 0,10-7 0 0 0,4-2 88 0 0,12-6-218 0 0,1 3 0 0 0,0 0-1 0 0,1 3 1 0 0,69-18 0 0 0,-81 26-142 0 0,1 1 1 0 0,-1 0-1 0 0,1 2 0 0 0,0 1 1 0 0,-1 1-1 0 0,1 0 0 0 0,0 2 1 0 0,-1 1-1 0 0,26 7 0 0 0,102 38-5749 0 0,-94-31-698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39.555"/>
    </inkml:context>
    <inkml:brush xml:id="br0">
      <inkml:brushProperty name="width" value="0.2" units="cm"/>
      <inkml:brushProperty name="height" value="0.2" units="cm"/>
      <inkml:brushProperty name="color" value="#004F8B"/>
    </inkml:brush>
  </inkml:definitions>
  <inkml:trace contextRef="#ctx0" brushRef="#br0">1469 583 920 0 0,'15'-62'529'0'0,"1"1"2090"0"0,-3-1 1 0 0,10-119-1 0 0,-23 168-2128 0 0,0-1 0 0 0,-1 1 0 0 0,0 0-1 0 0,-1 0 1 0 0,0 0 0 0 0,-9-24 0 0 0,9 32-388 0 0,0 0 0 0 0,0 0 1 0 0,-1 0-1 0 0,0 0 1 0 0,0 0-1 0 0,0 0 0 0 0,-1 1 1 0 0,0-1-1 0 0,1 1 1 0 0,-2 0-1 0 0,1 1 0 0 0,0-1 1 0 0,-1 1-1 0 0,1-1 1 0 0,-1 1-1 0 0,0 1 0 0 0,0-1 1 0 0,-9-3-1 0 0,-5 1-224 0 0,-1 0 1 0 0,1 1-1 0 0,-1 1 0 0 0,0 1 1 0 0,0 1-1 0 0,0 0 0 0 0,0 2 1 0 0,0 0-1 0 0,-38 8 0 0 0,25-1 14 0 0,0 0 0 0 0,1 3 0 0 0,1 0 1 0 0,0 2-1 0 0,-34 20 0 0 0,17-5 416 0 0,-69 54 0 0 0,90-60-148 0 0,1 0 0 0 0,1 3 0 0 0,-37 45-1 0 0,54-59-74 0 0,1 0-1 0 0,0 0 1 0 0,0 1-1 0 0,1 0 0 0 0,1 0 1 0 0,0 1-1 0 0,1-1 1 0 0,0 1-1 0 0,1 0 0 0 0,1 0 1 0 0,0 0-1 0 0,0 1 1 0 0,1-1-1 0 0,1 0 0 0 0,0 1 1 0 0,1-1-1 0 0,1 0 1 0 0,0 1-1 0 0,0-1 0 0 0,2 0 1 0 0,-1 0-1 0 0,2-1 1 0 0,0 1-1 0 0,0-1 0 0 0,1 0 1 0 0,10 15-1 0 0,1-3-36 0 0,0 0-1 0 0,2-2 1 0 0,0 0-1 0 0,25 21 1 0 0,97 71 3 0 0,-92-77-73 0 0,-2 2 1 0 0,51 53 0 0 0,-84-77 24 0 0,-1 2 0 0 0,-1-1-1 0 0,0 1 1 0 0,-1 1 0 0 0,-1 0 0 0 0,0 0 0 0 0,-2 1 0 0 0,0 1 0 0 0,-1-1-1 0 0,7 31 1 0 0,-13-37 31 0 0,1 0-1 0 0,-1-1 1 0 0,-1 1 0 0 0,0 0-1 0 0,-1 0 1 0 0,-1-1 0 0 0,0 1-1 0 0,0-1 1 0 0,-1 1 0 0 0,-1-1-1 0 0,0 0 1 0 0,0 0-1 0 0,-2 0 1 0 0,1-1 0 0 0,-1 0-1 0 0,-1 0 1 0 0,-15 19 0 0 0,5-9 77 0 0,-1-1 1 0 0,-1-1-1 0 0,-1-1 1 0 0,0 0 0 0 0,-1-2-1 0 0,-1 0 1 0 0,-38 19 0 0 0,37-23 15 0 0,-1-1 0 0 0,0-1 0 0 0,-1-2 1 0 0,0 0-1 0 0,-1-1 0 0 0,0-2 0 0 0,0-1 1 0 0,0-1-1 0 0,0-1 0 0 0,-51-2 0 0 0,55-2-58 0 0,-1-1 0 0 0,1-1-1 0 0,0-1 1 0 0,0-1-1 0 0,1 0 1 0 0,-1-2-1 0 0,2-1 1 0 0,-1 0-1 0 0,1-2 1 0 0,0 0-1 0 0,1-1 1 0 0,1-1 0 0 0,-18-15-1 0 0,-3-10 190 0 0,-61-74 0 0 0,-22-52 41 0 0,120 162-303 0 0,1-1-87 0 0,-13-16 143 0 0,0-1-1 0 0,-11-24 1 0 0,22 36-359 0 0,0 1 1 0 0,0-1-1 0 0,1 1 1 0 0,-2-11-1 0 0,3 14-272 0 0,0 0-1 0 0,1 0 1 0 0,0 0-1 0 0,0-1 0 0 0,0 1 1 0 0,1 0-1 0 0,-1 0 1 0 0,1 0-1 0 0,1-5 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40.084"/>
    </inkml:context>
    <inkml:brush xml:id="br0">
      <inkml:brushProperty name="width" value="0.2" units="cm"/>
      <inkml:brushProperty name="height" value="0.2" units="cm"/>
      <inkml:brushProperty name="color" value="#004F8B"/>
    </inkml:brush>
  </inkml:definitions>
  <inkml:trace contextRef="#ctx0" brushRef="#br0">274 1 9386 0 0,'0'0'24'0'0,"-1"0"0"0"0,1 0 0 0 0,0 0 0 0 0,0 0 0 0 0,0 0-1 0 0,-1 0 1 0 0,1 0 0 0 0,0 0 0 0 0,0 0 0 0 0,-1 0 0 0 0,1 0 0 0 0,0 0 0 0 0,0 0 0 0 0,-1 0 0 0 0,1 0 0 0 0,0 0 0 0 0,0 0-1 0 0,0 0 1 0 0,-1 0 0 0 0,1 1 0 0 0,0-1 0 0 0,0 0 0 0 0,0 0 0 0 0,-1 0 0 0 0,1 0 0 0 0,0 0 0 0 0,0 1 0 0 0,0-1 0 0 0,0 0-1 0 0,0 0 1 0 0,-1 0 0 0 0,1 0 0 0 0,0 1 0 0 0,0-1 0 0 0,0 0 0 0 0,-5 14 1422 0 0,0 22 1460 0 0,4-29-2442 0 0,-9 59 962 0 0,-2 0-1 0 0,-32 94 1 0 0,-11 2-1228 0 0,-66 211-384 0 0,110-326-850 0 0,9-36 300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40.378"/>
    </inkml:context>
    <inkml:brush xml:id="br0">
      <inkml:brushProperty name="width" value="0.2" units="cm"/>
      <inkml:brushProperty name="height" value="0.2" units="cm"/>
      <inkml:brushProperty name="color" value="#004F8B"/>
    </inkml:brush>
  </inkml:definitions>
  <inkml:trace contextRef="#ctx0" brushRef="#br0">22 13 14283 0 0,'-3'-8'1272'0'0,"1"3"-1016"0"0,-1 13 1305 0 0,0-3-1401 0 0,1 2-40 0 0,-1 4-16 0 0,1 2 0 0 0,1 3-336 0 0,-1 2-72 0 0,2 4-16 0 0,2 2 0 0 0,-1 3 320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41.518"/>
    </inkml:context>
    <inkml:brush xml:id="br0">
      <inkml:brushProperty name="width" value="0.2" units="cm"/>
      <inkml:brushProperty name="height" value="0.2" units="cm"/>
      <inkml:brushProperty name="color" value="#004F8B"/>
    </inkml:brush>
  </inkml:definitions>
  <inkml:trace contextRef="#ctx0" brushRef="#br0">358 277 6913 0 0,'0'-1'66'0'0,"0"0"0"0"0,1 0 0 0 0,-1 0-1 0 0,0 0 1 0 0,1 0 0 0 0,-1 0 0 0 0,1 0-1 0 0,-1 1 1 0 0,1-1 0 0 0,0 0 0 0 0,-1 0-1 0 0,1 0 1 0 0,0 0 0 0 0,0 1-1 0 0,-1-1 1 0 0,1 0 0 0 0,1 0 0 0 0,20-13 658 0 0,-15 10-574 0 0,31-17 974 0 0,79-33 0 0 0,47-4-786 0 0,-99 36-46 0 0,-60 21-258 0 0,78-28 1450 0 0,111-23 0 0 0,-186 50-1256 0 0,0 1 0 0 0,0 0-1 0 0,1 0 1 0 0,-1 1 0 0 0,0 0-1 0 0,11 1 1 0 0,-17 0-205 0 0,-1-1 0 0 0,1 0 0 0 0,-1 1 0 0 0,1-1 0 0 0,-1 1-1 0 0,1 0 1 0 0,-1-1 0 0 0,1 1 0 0 0,-1 0 0 0 0,0 0 0 0 0,1 0 0 0 0,-1 0 0 0 0,0 0 0 0 0,0 0 0 0 0,0 0-1 0 0,0 0 1 0 0,0 0 0 0 0,0 1 0 0 0,0-1 0 0 0,0 0 0 0 0,0 1 0 0 0,0-1 0 0 0,-1 1 0 0 0,1-1 0 0 0,-1 1-1 0 0,1-1 1 0 0,-1 1 0 0 0,1-1 0 0 0,-1 1 0 0 0,0 0 0 0 0,0-1 0 0 0,0 1 0 0 0,0-1 0 0 0,0 1 0 0 0,0 0-1 0 0,0-1 1 0 0,-1 1 0 0 0,1-1 0 0 0,-1 3 0 0 0,-3 8-27 0 0,0 0 1 0 0,0 0-1 0 0,-1-1 1 0 0,-1 1-1 0 0,-13 20 1 0 0,7-12-32 0 0,-19 29-263 0 0,-1-1 0 0 0,-49 54 0 0 0,-88 75-928 0 0,87-103 1353 0 0,-3-4 0 0 0,-3-4 0 0 0,-110 63 0 0 0,-5-26 1964 0 0,93-51-1246 0 0,107-50-830 0 0,0 0 0 0 0,0 0 0 0 0,0 0-1 0 0,0 1 1 0 0,0-1 0 0 0,-5 6 0 0 0,8-7-9 0 0,0-1 0 0 0,-1 0 0 0 0,1 1 0 0 0,0-1 1 0 0,0 0-1 0 0,-1 1 0 0 0,1-1 0 0 0,0 0 1 0 0,0 1-1 0 0,0-1 0 0 0,0 0 0 0 0,0 1 0 0 0,-1-1 1 0 0,1 0-1 0 0,0 1 0 0 0,0-1 0 0 0,0 1 0 0 0,0-1 1 0 0,0 0-1 0 0,0 1 0 0 0,0-1 0 0 0,0 1 0 0 0,0-1 1 0 0,0 0-1 0 0,1 1 0 0 0,-1 0 0 0 0,1-1 6 0 0,-1 1-1 0 0,1-1 0 0 0,0 0 1 0 0,-1 1-1 0 0,1-1 0 0 0,0 0 1 0 0,0 1-1 0 0,0-1 1 0 0,-1 0-1 0 0,1 0 0 0 0,0 0 1 0 0,0 0-1 0 0,0 1 0 0 0,0-1 1 0 0,-1-1-1 0 0,1 1 0 0 0,0 0 1 0 0,1 0-1 0 0,16-3 81 0 0,0-1 0 0 0,0 0-1 0 0,30-12 1 0 0,-4 1 5 0 0,42-11-50 0 0,-29 7-163 0 0,1 3 0 0 0,81-12 0 0 0,370-16-2966 0 0,-378 42-164 0 0,-90 4-1551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1:42.463"/>
    </inkml:context>
    <inkml:brush xml:id="br0">
      <inkml:brushProperty name="width" value="0.2" units="cm"/>
      <inkml:brushProperty name="height" value="0.2" units="cm"/>
      <inkml:brushProperty name="color" value="#004F8B"/>
    </inkml:brush>
  </inkml:definitions>
  <inkml:trace contextRef="#ctx0" brushRef="#br0">2 400 3225 0 0,'-1'-2'5760'0'0,"10"12"-5216"0"0,1-2 1 0 0,1 0-1 0 0,0 0 1 0 0,0 0 0 0 0,1-2-1 0 0,0 1 1 0 0,0-2 0 0 0,17 7-1 0 0,6 0 428 0 0,0-2 0 0 0,37 5 0 0 0,-44-11-642 0 0,0-1 0 0 0,1-2-1 0 0,-1-1 1 0 0,1-1 0 0 0,-1-1-1 0 0,39-9 1 0 0,167-51 1484 0 0,-179 45-1372 0 0,-15 6-238 0 0,-1-2 0 0 0,0-2 0 0 0,-1-1-1 0 0,49-29 1 0 0,-76 38-213 0 0,-2 0 0 0 0,1 0 0 0 0,-1-1 1 0 0,0 0-1 0 0,-1-1 0 0 0,0 0 0 0 0,0 0 0 0 0,9-16 0 0 0,-13 18-59 0 0,0-1-1 0 0,0 0 1 0 0,-1 0 0 0 0,0-1-1 0 0,-1 1 1 0 0,0-1 0 0 0,0 1-1 0 0,0-1 1 0 0,-1 1 0 0 0,-1-1-1 0 0,0 0 1 0 0,0 0 0 0 0,-1-9 0 0 0,0 13-66 0 0,1 1 1 0 0,-1-1 0 0 0,0 0-1 0 0,0 1 1 0 0,-1-1 0 0 0,1 1-1 0 0,-1-1 1 0 0,0 1 0 0 0,0 0-1 0 0,-1 0 1 0 0,1 0 0 0 0,-1 0-1 0 0,0 0 1 0 0,0 0 0 0 0,0 1 0 0 0,0-1-1 0 0,-1 1 1 0 0,1 0 0 0 0,-1 0-1 0 0,0 0 1 0 0,0 1 0 0 0,0-1-1 0 0,0 1 1 0 0,0 0 0 0 0,-1 0-1 0 0,1 1 1 0 0,-1-1 0 0 0,1 1-1 0 0,-1 0 1 0 0,-5-1 0 0 0,-10 0-357 0 0,1 1 0 0 0,-1 0 0 0 0,0 2 0 0 0,1 0 1 0 0,-1 1-1 0 0,-19 5 0 0 0,-33 9-197 0 0,1 2-1 0 0,-115 47 1 0 0,-124 83 2006 0 0,288-137-874 0 0,0 1-1 0 0,1 1 1 0 0,1 1 0 0 0,0 1-1 0 0,-24 23 1 0 0,40-34-297 0 0,0 0 1 0 0,1 0-1 0 0,-1 0 0 0 0,1 1 0 0 0,0-1 1 0 0,0 1-1 0 0,0 0 0 0 0,1 0 0 0 0,0 0 1 0 0,0 0-1 0 0,0 0 0 0 0,0 0 1 0 0,1 1-1 0 0,0-1 0 0 0,0 0 0 0 0,0 1 1 0 0,1-1-1 0 0,0 1 0 0 0,0-1 0 0 0,0 1 1 0 0,1-1-1 0 0,0 1 0 0 0,0-1 0 0 0,0 0 1 0 0,1 1-1 0 0,-1-1 0 0 0,1 0 1 0 0,1 0-1 0 0,-1 0 0 0 0,4 5 0 0 0,4 5 31 0 0,0-1 0 0 0,1 0 0 0 0,0-1 0 0 0,2 0 0 0 0,-1-1 0 0 0,1 0 0 0 0,1-1 0 0 0,25 15 0 0 0,16 7 73 0 0,60 25 0 0 0,-86-43-190 0 0,27 10 56 0 0,1-3 0 0 0,1-1 0 0 0,76 15 0 0 0,-48-19-254 0 0,147 9 1 0 0,-153-22-82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2:41.065"/>
    </inkml:context>
    <inkml:brush xml:id="br0">
      <inkml:brushProperty name="width" value="0.2" units="cm"/>
      <inkml:brushProperty name="height" value="0.2" units="cm"/>
      <inkml:brushProperty name="color" value="#008C3A"/>
    </inkml:brush>
  </inkml:definitions>
  <inkml:trace contextRef="#ctx0" brushRef="#br0">5 7473 456 0 0,'0'-1'43'0'0,"-1"0"0"0"0,1 1 0 0 0,-1-1 0 0 0,1 0 0 0 0,-1 0 0 0 0,1 1 1 0 0,0-1-1 0 0,-1 0 0 0 0,1 0 0 0 0,0 1 0 0 0,0-1 0 0 0,0 0 0 0 0,0 0 0 0 0,-1 0 0 0 0,1 0 0 0 0,0 1 0 0 0,0-1 0 0 0,1 0 0 0 0,-1 0 0 0 0,0 0 0 0 0,0 0 0 0 0,0 1 0 0 0,0-1 0 0 0,1 0 1 0 0,-1 0-1 0 0,0 0 0 0 0,1 1 0 0 0,-1-1 0 0 0,1 0 0 0 0,-1 1 0 0 0,1-1 0 0 0,-1 0 0 0 0,1 0 0 0 0,27-27-62 0 0,-10 10-20 0 0,-10 4 8 0 0,0 0-1 0 0,5-17 1 0 0,7-11 313 0 0,331-562 5011 0 0,-156 315-4998 0 0,-107 165-275 0 0,-10 22 486 0 0,106-109 0 0 0,-51 63 202 0 0,-25 20-148 0 0,165-180 394 0 0,14 2 271 0 0,-141 146-715 0 0,99-65-204 0 0,-28 29 204 0 0,-164 142-332 0 0,285-273 1187 0 0,5-12-313 0 0,-200 191-694 0 0,146-113 159 0 0,-83 79-194 0 0,-118 106-203 0 0,3 5 0 0 0,3 3 0 0 0,3 4 0 0 0,209-100 0 0 0,-65 66-120 0 0,-15 8 0 0 0,-91 27 0 0 0,231-103 0 0 0,-172 77 0 0 0,146-60 0 0 0,77-30 0 0 0,-118 47 0 0 0,-154 71 0 0 0,267-108 0 0 0,-68 14 0 0 0,-9-19 0 0 0,-123 58-34 0 0,212-107-572 0 0,-181 105 349 0 0,212-94 150 0 0,-417 197 121 0 0,454-174 160 0 0,-324 126-156 0 0,-78 27 5 0 0,133-34 0 0 0,-203 65 9 0 0,0 0 0 0 0,34-15 0 0 0,-44 15-20 0 0,0 0 0 0 0,-1-1 0 0 0,0 0 0 0 0,0 0 0 0 0,-1-1 0 0 0,0 0 0 0 0,8-9 0 0 0,-7 6-117 0 0,5-5 222 0 0,25-21-1 0 0,-36 32-223 0 0,1 2 0 0 0,-1-1 0 0 0,1 0-1 0 0,0 1 1 0 0,0 0 0 0 0,0 0 0 0 0,0 0 0 0 0,1 0-1 0 0,-1 1 1 0 0,0 0 0 0 0,1-1 0 0 0,-1 2 0 0 0,6-2-1 0 0,6 7-2293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2:49.010"/>
    </inkml:context>
    <inkml:brush xml:id="br0">
      <inkml:brushProperty name="width" value="0.2" units="cm"/>
      <inkml:brushProperty name="height" value="0.2" units="cm"/>
      <inkml:brushProperty name="color" value="#008C3A"/>
    </inkml:brush>
  </inkml:definitions>
  <inkml:trace contextRef="#ctx0" brushRef="#br0">144 7477 1840 0 0,'2'2'41'0'0,"-1"-1"0"0"0,0 0-1 0 0,0 0 1 0 0,0 0 0 0 0,0 1-1 0 0,0-1 1 0 0,-1 0 0 0 0,1 1-1 0 0,0-1 1 0 0,-1 1 0 0 0,1-1-1 0 0,0 1 1 0 0,-1-1 0 0 0,0 1-1 0 0,1-1 1 0 0,-1 1 0 0 0,0 0-1 0 0,0-1 1 0 0,0 1 0 0 0,0-1-1 0 0,0 1 1 0 0,0 0 0 0 0,-1-1-1 0 0,1 1 1 0 0,-1-1 0 0 0,1 1-1 0 0,-1-1 1 0 0,1 1 0 0 0,-1-1-1 0 0,0 1 1 0 0,1-1 0 0 0,-1 0-1 0 0,0 1 1 0 0,0-1 0 0 0,-2 2-1 0 0,1 0-16 0 0,-1-1-1 0 0,1 1 1 0 0,-1-1-1 0 0,0 0 0 0 0,0 1 1 0 0,0-1-1 0 0,0 0 1 0 0,0-1-1 0 0,-1 1 0 0 0,1-1 1 0 0,0 1-1 0 0,-1-1 1 0 0,1 0-1 0 0,-6 1 0 0 0,-14-3 426 0 0,20 0-167 0 0,0 1 1 0 0,0 0-1 0 0,0-1 0 0 0,0 1 0 0 0,0 0 1 0 0,0 0-1 0 0,0 1 0 0 0,0-1 0 0 0,0 1 1 0 0,0-1-1 0 0,0 1 0 0 0,0 0 0 0 0,0 0 1 0 0,-5 3-1 0 0,5 13 654 0 0,2-6-820 0 0,1-11-114 0 0,-1 0 0 0 0,1 0-1 0 0,0 0 1 0 0,0 0 0 0 0,0 0 0 0 0,0 0 0 0 0,0 0 0 0 0,0 0 0 0 0,0 1-1 0 0,-1-1 1 0 0,1 0 0 0 0,0 0 0 0 0,0 0 0 0 0,0 0 0 0 0,0 0 0 0 0,0 0 0 0 0,0 0-1 0 0,-1 0 1 0 0,1 0 0 0 0,0 0 0 0 0,0 0 0 0 0,0 0 0 0 0,0 0 0 0 0,0 0 0 0 0,0 0-1 0 0,-1 0 1 0 0,1 0 0 0 0,0-1 0 0 0,0 1 0 0 0,0 0 0 0 0,0 0 0 0 0,0 0 0 0 0,0 0-1 0 0,0 0 1 0 0,0 0 0 0 0,-1 0 0 0 0,1 0 0 0 0,0 0 0 0 0,0 0 0 0 0,0-1-1 0 0,0 1 1 0 0,0 0 0 0 0,0 0 0 0 0,0 0 0 0 0,0 0 0 0 0,0 0 0 0 0,0 0 0 0 0,0 0-1 0 0,0-1 1 0 0,0 1 0 0 0,0 0 0 0 0,0 0 0 0 0,0 0 0 0 0,0-2 429 0 0,-2-2-303 0 0,0-1-213 0 0,-6-23 1037 0 0,8 27-907 0 0,0 0-1 0 0,0-1 1 0 0,0 1 0 0 0,0 0 0 0 0,1 0-1 0 0,-1 0 1 0 0,0-1 0 0 0,0 1-1 0 0,1 0 1 0 0,-1 0 0 0 0,1 0-1 0 0,-1-1 1 0 0,1 1 0 0 0,0 0 0 0 0,-1 0-1 0 0,1 0 1 0 0,0 0 0 0 0,0 0-1 0 0,0 1 1 0 0,0-1 0 0 0,0 0-1 0 0,0 0 1 0 0,0 0 0 0 0,1 0 0 0 0,12-8-7 0 0,0-1 1 0 0,-1-1 0 0 0,0 0-1 0 0,-1-1 1 0 0,0 0 0 0 0,17-23 0 0 0,-13 12-24 0 0,-1-1 0 0 0,-1-1 0 0 0,12-30 1 0 0,7-24 489 0 0,36-74 604 0 0,-58 133-1021 0 0,1 1-1 0 0,1-1 1 0 0,1 2 0 0 0,0 0-1 0 0,23-21 1 0 0,-7 9-52 0 0,-2-1-1 0 0,-1-1 1 0 0,-2-1 0 0 0,0-1-1 0 0,-3-1 1 0 0,-1-2-1 0 0,-2 0 1 0 0,-1-1 0 0 0,22-70-1 0 0,-30 82 285 0 0,0-1 0 0 0,2 1 0 0 0,1 1 0 0 0,1 0-1 0 0,30-41 1 0 0,-14 29-225 0 0,2 1 1 0 0,59-51-1 0 0,-60 58-95 0 0,0-1 0 0 0,-2-1 0 0 0,-2-1 0 0 0,0-2 0 0 0,-3-1 0 0 0,32-57 0 0 0,-31 48 309 0 0,2 1 0 0 0,63-78 1 0 0,81-63 378 0 0,-118 129-751 0 0,120-143 6 0 0,-26 28 121 0 0,-62 85 324 0 0,167-130 0 0 0,62-20-468 0 0,-178 117 80 0 0,-33 26 0 0 0,-55 52-1 0 0,237-193 5 0 0,-107 78 38 0 0,-73 59-31 0 0,69-34-56 0 0,-76 61 26 0 0,-49 32 19 0 0,142-113 0 0 0,-104 69 52 0 0,-28 25 45 0 0,2 2 1 0 0,100-68-1 0 0,133-101 95 0 0,-155 110-128 0 0,-71 64-64 0 0,1 3 0 0 0,120-59 0 0 0,-107 60 0 0 0,117-85 0 0 0,-118 72 6 0 0,-21 12 5 0 0,2 3 1 0 0,95-49-1 0 0,-124 76-11 0 0,46-20 11 0 0,-2-5 0 0 0,81-55-1 0 0,-113 65-11 0 0,2 3 0 0 0,80-37 0 0 0,108-29-34 0 0,-41 17 57 0 0,-18 3-11 0 0,220-99-38 0 0,30 2 61 0 0,-276 115-17 0 0,109-56-33 0 0,-175 74-11 0 0,186-96 187 0 0,-229 109-163 0 0,1 1-1 0 0,2 2 0 0 0,0 2 0 0 0,66-19 1 0 0,-68 28-5 0 0,-1-3 1 0 0,0-1-1 0 0,-1-1 0 0 0,-1-3 1 0 0,67-41-1 0 0,-38 12 4 0 0,70-44-15 0 0,-109 74 20 0 0,1 2-1 0 0,58-22 1 0 0,-43 25 72 0 0,78-12-1 0 0,-78 17-78 0 0,80-24 0 0 0,-46 3-2 0 0,56-18 53 0 0,-113 41-5 0 0,0 1 0 0 0,1 1 0 0 0,0 1-1 0 0,30 0 1 0 0,94 7-86 0 0,-135-4 51 0 0,-1-1 0 0 0,0 0 0 0 0,1-1 0 0 0,-1 0 0 0 0,0-1 0 0 0,0 0 0 0 0,-1-1 1 0 0,1 0-1 0 0,-1 0 0 0 0,10-7 0 0 0,22-8-19 0 0,21-1 14 0 0,-36 12 0 0 0,26-11 0 0 0,-46 16 0 0 0,0-1 0 0 0,0 1 0 0 0,0-1 0 0 0,-1 0 0 0 0,0-1 0 0 0,0 0 0 0 0,0 0 0 0 0,8-8 0 0 0,-12 10 38 0 0,-1 1 0 0 0,1 0 1 0 0,-1 0-1 0 0,1-1 0 0 0,-1 1 0 0 0,0-1 0 0 0,0 0 0 0 0,0 1 0 0 0,0-1 0 0 0,0 0 0 0 0,0-4 0 0 0,2-7 57 0 0,-3 13-90 0 0,1 0 0 0 0,-1 0 0 0 0,1 0 0 0 0,-1 0 0 0 0,1 0 0 0 0,-1 1 0 0 0,1-1 0 0 0,-1 0 0 0 0,1 0 0 0 0,0 0 0 0 0,0 0 0 0 0,-1 1 0 0 0,1-1 0 0 0,0 0 0 0 0,0 1 0 0 0,0-1 0 0 0,1 0 0 0 0,-1 0 0 0 0,1 1-1 0 0,-1-1 1 0 0,0 0-1 0 0,0 0 1 0 0,0 0-1 0 0,0 0 1 0 0,0 0-1 0 0,0 0 1 0 0,0-1-1 0 0,0 1 1 0 0,1-2 0 0 0,-2 2-2 0 0,1 0 1 0 0,0 0 0 0 0,0-1 0 0 0,-1 1-1 0 0,1 0 1 0 0,0 0 0 0 0,0 0 0 0 0,0 0 0 0 0,0 0-1 0 0,0 0 1 0 0,0 0 0 0 0,0 1 0 0 0,1-1 0 0 0,-1 0-1 0 0,0 0 1 0 0,0 1 0 0 0,1-1 0 0 0,-1 1 0 0 0,0-1-1 0 0,1 1 1 0 0,-1 0 0 0 0,3-1 0 0 0,1 1 23 0 0,1 0 1 0 0,-1 1 0 0 0,0-1-1 0 0,0 1 1 0 0,5 2-1 0 0,-6-2-14 0 0,-1-1-1 0 0,1 1 1 0 0,-1 0-1 0 0,1-1 0 0 0,0 0 1 0 0,-1 0-1 0 0,7 0 1 0 0,11-8-13 0 0,-17 6 0 0 0,1 0 0 0 0,0 0 0 0 0,0 0 0 0 0,1 1 0 0 0,-1-1 0 0 0,7 0 0 0 0,-11 2 0 0 0,1 0 0 0 0,-1 1 0 0 0,0-1 0 0 0,0 0 0 0 0,0 0 0 0 0,0 0 0 0 0,1 1 0 0 0,-1-1 0 0 0,0 1 0 0 0,0-1 0 0 0,0 1 0 0 0,0-1 0 0 0,0 1 0 0 0,0 0 0 0 0,0-1 0 0 0,0 1 0 0 0,0 0 0 0 0,0 0 0 0 0,-1 0 0 0 0,1 0 0 0 0,0-1 0 0 0,0 1 0 0 0,-1 0 0 0 0,1 0 0 0 0,-1 1 0 0 0,1-1 0 0 0,-1 0 0 0 0,1 0 0 0 0,-1 0 0 0 0,1 0 0 0 0,-1 0 0 0 0,0 0 0 0 0,0 1 0 0 0,0 0 0 0 0,0 0 0 0 0,0 0 0 0 0,0-1 0 0 0,0 1 0 0 0,-1-1 0 0 0,1 1 0 0 0,-1-1 0 0 0,1 1 0 0 0,-1-1 0 0 0,1 1 0 0 0,-1-1 0 0 0,0 0 0 0 0,0 1 0 0 0,0-1 0 0 0,0 0 0 0 0,0 1 0 0 0,0-1 0 0 0,0 0 0 0 0,0 0 0 0 0,0 0 0 0 0,-1 0 0 0 0,-1 1 0 0 0,2-1 0 0 0,0 0 0 0 0,-1 0 0 0 0,1 0 0 0 0,0 0 0 0 0,-1 0 0 0 0,1 0 0 0 0,-1-1 0 0 0,1 1 0 0 0,-1-1 0 0 0,0 1 0 0 0,1-1 0 0 0,-1 1 0 0 0,1-1 0 0 0,-1 0 0 0 0,0 0 0 0 0,1 0 0 0 0,-1 0 0 0 0,0 0 0 0 0,1 0 0 0 0,-3-1 0 0 0,6 4 0 0 0,0 1 0 0 0,-1-1 0 0 0,1 0 0 0 0,-1 0 0 0 0,0 0 0 0 0,0 1 0 0 0,0-1 0 0 0,-1 0 0 0 0,2 7 0 0 0,-2-9 0 0 0,14-19 0 0 0,-5 10-54 0 0,0 0 1 0 0,0 1 0 0 0,17-9 0 0 0,-24 14 37 0 0,1 1-1 0 0,-1-1 1 0 0,1 1-1 0 0,-1 0 1 0 0,1 0-1 0 0,-1 0 1 0 0,1 0 0 0 0,0 0-1 0 0,0 1 1 0 0,-1-1-1 0 0,1 1 1 0 0,0 0-1 0 0,0-1 1 0 0,0 1-1 0 0,0 1 1 0 0,-1-1 0 0 0,1 0-1 0 0,0 1 1 0 0,0-1-1 0 0,-1 1 1 0 0,1 0-1 0 0,4 2 1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3:14.616"/>
    </inkml:context>
    <inkml:brush xml:id="br0">
      <inkml:brushProperty name="width" value="0.2" units="cm"/>
      <inkml:brushProperty name="height" value="0.2" units="cm"/>
      <inkml:brushProperty name="color" value="#E71224"/>
    </inkml:brush>
  </inkml:definitions>
  <inkml:trace contextRef="#ctx0" brushRef="#br0">7 0 1376 0 0,'-7'28'4544'0'0,"7"-26"-4480"0"0,1 0 0 0 0,-1 0 0 0 0,0 0 0 0 0,1 0 0 0 0,-1 0 0 0 0,1 0 0 0 0,0 0 0 0 0,-1-1 0 0 0,1 1 0 0 0,0 0-1 0 0,0 0 1 0 0,0-1 0 0 0,1 1 0 0 0,-1-1 0 0 0,2 3 0 0 0,3 3 44 0 0,-5-3 1 0 0,1-1 0 0 0,-1 1 1 0 0,1 0-1 0 0,-1-1 0 0 0,0 1 0 0 0,-1 0 1 0 0,1 0-1 0 0,0 0 0 0 0,-1 0 1 0 0,0-1-1 0 0,0 1 0 0 0,0 0 0 0 0,-1 0 1 0 0,1 0-1 0 0,-1 0 0 0 0,0-1 0 0 0,0 1 1 0 0,-3 7-1 0 0,-3 14 2350 0 0,7-18-2296 0 0,-1 0 0 0 0,1 0 0 0 0,1 0 0 0 0,-1 0 0 0 0,1 0 0 0 0,1 0 0 0 0,-1 0 0 0 0,3 6 0 0 0,-1-4-67 0 0,-1 0-1 0 0,0 0 0 0 0,1 16 1 0 0,-2 6 359 0 0,3 1 1 0 0,10 47-1 0 0,-3-25-141 0 0,33 248 1800 0 0,-38-255-1651 0 0,2-3-254 0 0,3-1 1 0 0,2 0-1 0 0,1 0 1 0 0,26 51-1 0 0,1 5-216 0 0,65 157 41 0 0,-50-128-4 0 0,0 22 148 0 0,31 67 824 0 0,-35-115-887 0 0,95 207-106 0 0,-92-168 7 0 0,21 52-50 0 0,-56-150 173 0 0,1 0 1 0 0,36 51-1 0 0,17 10 86 0 0,58 87-170 0 0,-92-124-55 0 0,178 309 0 0 0,-195-332 4 0 0,14 29 88 0 0,3-2 0 0 0,54 72 0 0 0,67 61 327 0 0,90 121-293 0 0,90 156-53 0 0,-284-405 126 0 0,3-3-1 0 0,72 66 1 0 0,-27-35-188 0 0,-45-48-11 0 0,-2 4 0 0 0,85 113 0 0 0,-134-159 0 0 0,16 24 19 0 0,1-2-1 0 0,1 0 1 0 0,54 52-1 0 0,38 17 103 0 0,146 143-124 0 0,-234-212 16 0 0,-2 1 1 0 0,31 54-1 0 0,20 26 11 0 0,-58-92 12 0 0,1-1 0 0 0,1-2 0 0 0,40 30 1 0 0,-11-9 7 0 0,18 15-35 0 0,-19-17-8 0 0,-1 3-1 0 0,84 95 1 0 0,-98-91-1 0 0,-11-14 0 0 0,0-1 0 0 0,3-1 0 0 0,0-1 0 0 0,51 39 0 0 0,191 135 64 0 0,-129-74-64 0 0,-101-89 0 0 0,77 60 0 0 0,108 90 0 0 0,-123-100 0 0 0,49 26 21 0 0,-96-77-7 0 0,-1 3 1 0 0,71 73-1 0 0,-92-82 11 0 0,1-1 1 0 0,2-2 0 0 0,1-1-1 0 0,78 47 1 0 0,-77-54 21 0 0,-1 1 0 0 0,-1 3 0 0 0,54 50 0 0 0,-68-57-16 0 0,1-2 1 0 0,1-1-1 0 0,50 28 0 0 0,11 8-112 0 0,-40-23 81 0 0,-20-15 0 0 0,-1 1 0 0 0,36 33 0 0 0,-60-49 10 0 0,-1-1 1 0 0,1 1-1 0 0,-1-1 1 0 0,1 1-1 0 0,0 0 1 0 0,-1-1-1 0 0,1 1 1 0 0,-1 0-1 0 0,0 0 0 0 0,1-1 1 0 0,-1 1-1 0 0,1 0 1 0 0,-1 0-1 0 0,0-1 1 0 0,0 1-1 0 0,1 0 1 0 0,-1 0-1 0 0,0 0 1 0 0,0 0-1 0 0,0-1 0 0 0,0 1 1 0 0,0 0-1 0 0,0 0 1 0 0,-1 1-1 0 0,1 6-95 0 0,1-7 88 0 0,0 1 0 0 0,0-1 0 0 0,1 1 0 0 0,-1-1 1 0 0,0 1-1 0 0,1-1 0 0 0,-1 0 0 0 0,1 1 0 0 0,0-1 0 0 0,-1 0 0 0 0,1 0 0 0 0,0 0 0 0 0,0 0 1 0 0,0-1-1 0 0,-1 1 0 0 0,1 0 0 0 0,2 0 0 0 0,5 2 5 0 0,3 3-8 0 0,11 5 0 0 0,-1 1 0 0 0,23 16 0 0 0,-45-27 2 0 0,1-1 0 0 0,-1 0 1 0 0,1 0-1 0 0,-1 1 0 0 0,1-1 0 0 0,-1 0 1 0 0,1 1-1 0 0,-1-1 0 0 0,1 0 0 0 0,-1 1 1 0 0,1-1-1 0 0,-1 1 0 0 0,1-1 0 0 0,-1 1 0 0 0,0-1 1 0 0,1 1-1 0 0,-1-1 0 0 0,0 1 0 0 0,0-1 1 0 0,1 1-1 0 0,-1-1 0 0 0,0 1 0 0 0,0-1 0 0 0,0 1 1 0 0,0 0-1 0 0,0-1 0 0 0,0 1 0 0 0,0-1 1 0 0,0 1-1 0 0,0-1 0 0 0,0 1 0 0 0,0 0 0 0 0,0 0 1 0 0,-16 10 121 0 0,9-8-100 0 0,29 7 32 0 0,-7-4-48 0 0,-15-6-8 0 0,0 1 0 0 0,0-1 0 0 0,0 0 0 0 0,0 0 0 0 0,1 1 0 0 0,-1-1 0 0 0,0 0 0 0 0,0 0 0 0 0,0 1 0 0 0,0-1 0 0 0,0 0 0 0 0,0 1 0 0 0,0-1 0 0 0,0 0 0 0 0,0 0 0 0 0,0 1 0 0 0,0-1 0 0 0,0 0 0 0 0,0 0 0 0 0,0 1 0 0 0,0-1 0 0 0,-1 0 0 0 0,1 0 0 0 0,0 1 0 0 0,0-1 0 0 0,0 0 0 0 0,0 0 0 0 0,0 1 0 0 0,-1-1 0 0 0,1 0 0 0 0,0 0 0 0 0,0 1 0 0 0,0-1 0 0 0,-1 0 0 0 0,1 0 0 0 0,0 0 0 0 0,0 0 0 0 0,-1 0 0 0 0,1 1 0 0 0,0-1 0 0 0,0 0 0 0 0,-1 0 0 0 0,1 0 0 0 0,0 0 0 0 0,0 0 0 0 0,-1 0 0 0 0,1 0 0 0 0,-15 8 0 0 0,14-7 0 0 0,2-1-1 0 0,-1 1-1 0 0,0-1 1 0 0,0 0-1 0 0,1 1 1 0 0,-1-1-1 0 0,0 1 1 0 0,1-1-1 0 0,-1 1 1 0 0,0-1-1 0 0,1 0 1 0 0,-1 1-1 0 0,1-1 1 0 0,-1 0-1 0 0,1 1 1 0 0,-1-1-1 0 0,1 0 1 0 0,-1 0-1 0 0,1 0 1 0 0,-1 1-1 0 0,1-1 1 0 0,-1 0-1 0 0,1 0 1 0 0,-1 0-1 0 0,1 0 1 0 0,-1 0-1 0 0,2 0 1 0 0,-1 1-7 0 0,-5-2 6 0 0,1 0-1 0 0,0 0 0 0 0,-1 1 0 0 0,1-1 0 0 0,-1 1 0 0 0,1 0 0 0 0,0 0 0 0 0,-1 0 0 0 0,1 0 0 0 0,-8 1 0 0 0,13 2 34 0 0,8-4-422 0 0,2-3-307 0 0,0 0-1 0 0,0-1 1 0 0,19-11-1 0 0,-15 6-204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3:15.790"/>
    </inkml:context>
    <inkml:brush xml:id="br0">
      <inkml:brushProperty name="width" value="0.2" units="cm"/>
      <inkml:brushProperty name="height" value="0.2" units="cm"/>
      <inkml:brushProperty name="color" value="#E71224"/>
    </inkml:brush>
  </inkml:definitions>
  <inkml:trace contextRef="#ctx0" brushRef="#br0">0 5 1784 0 0,'3'-1'160'0'0,"-1"-1"-160"0"0,0 2 0 0 0,-1-1 0 0 0,-1 2 0 0 0,2 1 0 0 0,0-1 0 0 0,-2 1 0 0 0,1 3 0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3:15.914"/>
    </inkml:context>
    <inkml:brush xml:id="br0">
      <inkml:brushProperty name="width" value="0.2" units="cm"/>
      <inkml:brushProperty name="height" value="0.2" units="cm"/>
      <inkml:brushProperty name="color" value="#E71224"/>
    </inkml:brush>
  </inkml:definitions>
  <inkml:trace contextRef="#ctx0" brushRef="#br0">0 0 1984 0 0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1T15:13:19.444"/>
    </inkml:context>
    <inkml:brush xml:id="br0">
      <inkml:brushProperty name="width" value="0.2" units="cm"/>
      <inkml:brushProperty name="height" value="0.2" units="cm"/>
      <inkml:brushProperty name="color" value="#E71224"/>
    </inkml:brush>
  </inkml:definitions>
  <inkml:trace contextRef="#ctx0" brushRef="#br0">91 901 3225 0 0,'19'12'5745'0'0,"274"96"-3426"0"0,41 12 395 0 0,-8-19-2140 0 0,-324-100-572 0 0,62 17 818 0 0,0-3 1 0 0,85 8-1 0 0,-105-17-612 0 0,-40-5-197 0 0,-3-1-8 0 0,0 0 1 0 0,0 0-1 0 0,0 1 0 0 0,0-1 1 0 0,0 0-1 0 0,0 1 1 0 0,0-1-1 0 0,0 1 1 0 0,0-1-1 0 0,0 1 0 0 0,0-1 1 0 0,0 1-1 0 0,0 0 1 0 0,0-1-1 0 0,-1 1 0 0 0,1 0 1 0 0,0 0-1 0 0,1 1 1 0 0,-2-2-1 0 0,0 0 1 0 0,0 0 0 0 0,0 0 0 0 0,0 0 0 0 0,0 0-1 0 0,0 0 1 0 0,0 0 0 0 0,0 0 0 0 0,0 1-1 0 0,0-1 1 0 0,1 0 0 0 0,-1 0 0 0 0,0 0-1 0 0,0 0 1 0 0,0 0 0 0 0,0 0 0 0 0,0 0 0 0 0,0 1-1 0 0,0-1 1 0 0,0 0 0 0 0,0 0 0 0 0,0 0-1 0 0,0 0 1 0 0,0 0 0 0 0,0 0 0 0 0,0 0-1 0 0,0 1 1 0 0,0-1 0 0 0,0 0 0 0 0,0 0 0 0 0,0 0-1 0 0,0 0 1 0 0,-1 0 0 0 0,1 0 0 0 0,0 0-1 0 0,0 1 1 0 0,0-1 0 0 0,0 0 0 0 0,0 0-1 0 0,0 0 1 0 0,0 0 0 0 0,0 0 0 0 0,0 0 0 0 0,0 0-1 0 0,-1 0 1 0 0,1 0 0 0 0,-8 3 395 0 0,-9 0 272 0 0,12-3-594 0 0,0-1 1 0 0,0 1 0 0 0,1-1 0 0 0,-1 0 0 0 0,0 0-1 0 0,0-1 1 0 0,1 1 0 0 0,-1-1 0 0 0,1 0 0 0 0,-6-4-1 0 0,-3-2-66 0 0,1-1-1 0 0,-12-10 0 0 0,-14-12-879 0 0,35 30 883 0 0,1-1 0 0 0,0 1 0 0 0,-1-1 0 0 0,1 0 0 0 0,0 1 0 0 0,0-1 0 0 0,1 0 0 0 0,-1 0 0 0 0,0 0 0 0 0,1-1 0 0 0,-1 1 0 0 0,1 0 0 0 0,0-1 0 0 0,-1 1 0 0 0,1-1 0 0 0,0 1 0 0 0,1-1 0 0 0,-2-4 0 0 0,1 6 4 0 0,-1-4-25 0 0,0 1 0 0 0,0-1 0 0 0,-1 1 0 0 0,0 0 0 0 0,0 0-1 0 0,0 1 1 0 0,0-1 0 0 0,0 0 0 0 0,-1 1 0 0 0,0 0 0 0 0,0 0 0 0 0,0 0 0 0 0,0 0 0 0 0,0 1 0 0 0,0-1 0 0 0,-1 1-1 0 0,1 0 1 0 0,-1 1 0 0 0,1-1 0 0 0,-1 1 0 0 0,-6-1 0 0 0,10 2 14 0 0,1-1 0 0 0,0 1-1 0 0,0 0 1 0 0,0 0 0 0 0,0 0 0 0 0,-1 0 0 0 0,1 0 0 0 0,0 0-1 0 0,0 0 1 0 0,0 0 0 0 0,-1 0 0 0 0,1 0 0 0 0,0 0-1 0 0,0 0 1 0 0,0 0 0 0 0,-1 0 0 0 0,1 0 0 0 0,0 0 0 0 0,0 0-1 0 0,0 0 1 0 0,0 0 0 0 0,-1 0 0 0 0,1 1 0 0 0,0-1 0 0 0,0 0-1 0 0,0 0 1 0 0,0 0 0 0 0,-1 0 0 0 0,1 0 0 0 0,0 0-1 0 0,0 1 1 0 0,0-1 0 0 0,0 0 0 0 0,0 0 0 0 0,0 0 0 0 0,0 0-1 0 0,-1 1 1 0 0,1-1 0 0 0,0 0 0 0 0,0 0 0 0 0,0 0-1 0 0,0 0 1 0 0,0 1 0 0 0,0-1 0 0 0,0 0 0 0 0,0 0 0 0 0,0 0-1 0 0,0 1 1 0 0,0-1 0 0 0,0 0 0 0 0,0 0 0 0 0,0 0-1 0 0,0 0 1 0 0,0 1 0 0 0,0-1 0 0 0,0 0 0 0 0,0 0 0 0 0,1 0-1 0 0,-1 1 1 0 0,0-1 0 0 0,0 0 0 0 0,0 0 0 0 0,0 0-1 0 0,13 11 429 0 0,-12-11-518 0 0,-3 5-825 0 0,1-2 910 0 0,-1 0 0 0 0,1 0 0 0 0,-1 0 0 0 0,0 0 0 0 0,0 0 0 0 0,0 0 0 0 0,-1-1 0 0 0,1 1 0 0 0,0-1-1 0 0,-1 0 1 0 0,0 1 0 0 0,-2 1 0 0 0,4-4 1 0 0,1 0 1 0 0,-1 0-1 0 0,1 0 0 0 0,0 1 0 0 0,-1-1 0 0 0,1 0 1 0 0,0 0-1 0 0,-1 0 0 0 0,1 1 0 0 0,0-1 0 0 0,0 0 1 0 0,-1 1-1 0 0,1-1 0 0 0,0 0 0 0 0,0 0 0 0 0,-1 1 0 0 0,1-1 1 0 0,0 1-1 0 0,0-1 0 0 0,0 0 0 0 0,0 1 0 0 0,0-1 1 0 0,-1 0-1 0 0,1 1 0 0 0,0-1 0 0 0,0 1 0 0 0,0-1 1 0 0,0 1-1 0 0,10 2 321 0 0,17-7 2 0 0,-18 1-263 0 0,14-6-780 0 0,-39 12-1378 0 0,5-1 2210 0 0,0-1 0 0 0,0 0 0 0 0,0 0 0 0 0,0-1 0 0 0,0-1 0 0 0,0 0 0 0 0,1 0 0 0 0,-1-1 0 0 0,-12-3 0 0 0,-167-63 10 0 0,74 24-667 0 0,-109-28-1695 0 0,179 61 1869 0 0,-1 1 1 0 0,-93-7-1 0 0,130 17 505 0 0,0-1-1 0 0,0-1 0 0 0,0 0 0 0 0,0 0 1 0 0,0-1-1 0 0,0 0 0 0 0,1-1 0 0 0,0 0 0 0 0,-10-5 1 0 0,2-2-35 0 0,0-1 0 0 0,0 0 0 0 0,-20-21 0 0 0,-22-20-487 0 0,59 53 378 0 0,0 0 0 0 0,0 0 0 0 0,0 0 0 0 0,0 0 0 0 0,0 0 0 0 0,0 1 0 0 0,0-1 0 0 0,0 0 0 0 0,0 0 0 0 0,0 0 0 0 0,0 0 0 0 0,0 0 0 0 0,0 0 0 0 0,0 0 0 0 0,0 0 0 0 0,0 0 0 0 0,0 0 0 0 0,0 0 0 0 0,0 0 0 0 0,0 0 0 0 0,0 0 0 0 0,-1 0 0 0 0,1 0 0 0 0,0 1 0 0 0,0-1 0 0 0,0 0 0 0 0,0 0 0 0 0,0 0 0 0 0,0 0 0 0 0,0 0 0 0 0,0 0 0 0 0,0 0 0 0 0,0 0 0 0 0,0 0 0 0 0,0 0 0 0 0,0 0 0 0 0,0 0 0 0 0,-1 0 0 0 0,1 0 0 0 0,0 0 0 0 0,0 0 0 0 0,0 0 0 0 0,0 0 0 0 0,0 0 0 0 0,0 0 0 0 0,0 0 0 0 0,11 16-9 0 0,-9-14 29 0 0,1 0 0 0 0,-1 0 0 0 0,0 0 0 0 0,1 0 1 0 0,-1 0-1 0 0,1-1 0 0 0,0 1 0 0 0,-1-1 0 0 0,1 1 1 0 0,0-1-1 0 0,0 0 0 0 0,0 0 0 0 0,0 0 0 0 0,0-1 0 0 0,0 1 1 0 0,1-1-1 0 0,-1 1 0 0 0,5-1 0 0 0,-1-1-6 0 0,0 1 0 0 0,-1 0 0 0 0,1 1 0 0 0,0 0 0 0 0,-1 0-1 0 0,1 0 1 0 0,0 1 0 0 0,-1 0 0 0 0,0 0 0 0 0,1 0 0 0 0,-1 1 0 0 0,0 0-1 0 0,8 5 1 0 0,41 26 375 0 0,1-3-1 0 0,2-2 1 0 0,1-3-1 0 0,1-3 0 0 0,119 30 1 0 0,-37-25-318 0 0,-84-18-48 0 0,-1 2 0 0 0,92 33 0 0 0,46 41-28 0 0,-168-72 17 0 0,-1 1 0 0 0,0 1 0 0 0,-1 2 0 0 0,44 40 0 0 0,-60-48 68 0 0,7 7 687 0 0,-15-16-697 0 0,0-1 0 0 0,-1 0 0 0 0,1 1 0 0 0,0-1 1 0 0,-1 1-1 0 0,1-1 0 0 0,0 0 0 0 0,0 0 0 0 0,0 1 1 0 0,-1-1-1 0 0,1 0 0 0 0,0 0 0 0 0,0 0 0 0 0,0 0 1 0 0,-1 0-1 0 0,1 0 0 0 0,0 0 0 0 0,0 0 0 0 0,0 0 1 0 0,-1 0-1 0 0,1-1 0 0 0,0 1 0 0 0,0 0 0 0 0,0-1 1 0 0,13-5-50 0 0,0 0 1 0 0,0 1 0 0 0,1 1 0 0 0,-1 0 0 0 0,1 0 0 0 0,0 2-1 0 0,0 0 1 0 0,17 0 0 0 0,-41 1-51 0 0,0-1-1 0 0,0 1 1 0 0,0-2-1 0 0,-13-5 1 0 0,-21-4 357 0 0,34 11-297 0 0,-6-3 302 0 0,14 4-316 0 0,1 0-1 0 0,0 0 0 0 0,-1-1 1 0 0,1 1-1 0 0,0 0 0 0 0,-1 0 1 0 0,1-1-1 0 0,0 1 0 0 0,-1 0 0 0 0,1 0 1 0 0,0-1-1 0 0,0 1 0 0 0,0 0 1 0 0,-1-1-1 0 0,1 1 0 0 0,0 0 0 0 0,0-1 1 0 0,0 1-1 0 0,0 0 0 0 0,-1-1 1 0 0,1 1-1 0 0,0-1 0 0 0,0 1 1 0 0,0 0-1 0 0,0-1 0 0 0,0 1 0 0 0,0-1 1 0 0,0 1-1 0 0,0 0 0 0 0,0-1 1 0 0,0 1-1 0 0,1 0 0 0 0,-1-1 1 0 0,0-2-12 0 0,0 2-62 0 0,-1-3 8 0 0,1 1 38 0 0,-1 0 1 0 0,1 0-1 0 0,-1 0 0 0 0,0 1 0 0 0,0-1 0 0 0,0 0 0 0 0,-1 0 1 0 0,1 1-1 0 0,-1-1 0 0 0,1 1 0 0 0,-1-1 0 0 0,0 1 0 0 0,0 0 1 0 0,0 0-1 0 0,0 0 0 0 0,0 0 0 0 0,-1 0 0 0 0,-3-2 0 0 0,-66-44-315 0 0,48 34 316 0 0,1-1 1 0 0,0-1-1 0 0,1-1 1 0 0,1-1 0 0 0,-34-38-1 0 0,36 30 73 0 0,1 0 0 0 0,2-2-1 0 0,-26-55 1 0 0,-24-96 335 0 0,45 117-270 0 0,-1 1 0 0 0,-43-78 0 0 0,-88-87-755 0 0,98 152 274 0 0,-52-93 0 0 0,106 166 367 0 0,1 1 1 0 0,-1-1-1 0 0,1 1 0 0 0,0-1 1 0 0,-1 1-1 0 0,1-1 0 0 0,0 1 1 0 0,0-1-1 0 0,-1 1 0 0 0,1-1 1 0 0,0 1-1 0 0,0-1 0 0 0,0 1 1 0 0,0-1-1 0 0,0 1 0 0 0,0-1 1 0 0,0 0-1 0 0,0 1 0 0 0,0-1 1 0 0,0 1-1 0 0,0-1 0 0 0,0 1 1 0 0,0-1-1 0 0,0 1 0 0 0,1-2 1 0 0,11 4 466 0 0,28 21 519 0 0,-31-17-865 0 0,-8-5-139 0 0,0-1 1 0 0,-1 1 0 0 0,1-1 0 0 0,0 1 0 0 0,-1-1-1 0 0,1 1 1 0 0,0-1 0 0 0,-1 1 0 0 0,1-1 0 0 0,-1 1-1 0 0,1 0 1 0 0,-1-1 0 0 0,1 1 0 0 0,-1 0 0 0 0,0 0-1 0 0,1-1 1 0 0,-1 1 0 0 0,0 0 0 0 0,0 0-1 0 0,1-1 1 0 0,-1 1 0 0 0,0 0 0 0 0,0 0 0 0 0,0 0-1 0 0,0-1 1 0 0,0 1 0 0 0,0 0 0 0 0,0 0 0 0 0,0 1-1 0 0,2 17-177 0 0,1-12 110 0 0,0 2 88 0 0,1 0 0 0 0,0-1-1 0 0,1 0 1 0 0,-1 0 0 0 0,1 0 0 0 0,12 14 0 0 0,-17-22-24 0 0,0 1 0 0 0,0-1 1 0 0,0 1-1 0 0,0 0 0 0 0,0-1 1 0 0,0 1-1 0 0,0-1 0 0 0,-1 1 1 0 0,1 0-1 0 0,0-1 1 0 0,0 1-1 0 0,-1-1 0 0 0,1 1 1 0 0,0-1-1 0 0,-1 1 0 0 0,1-1 1 0 0,0 1-1 0 0,-1-1 1 0 0,1 1-1 0 0,-1-1 0 0 0,1 0 1 0 0,-1 1-1 0 0,1-1 0 0 0,-1 0 1 0 0,1 1-1 0 0,-1-1 0 0 0,1 0 1 0 0,-1 0-1 0 0,1 1 1 0 0,-2-1-1 0 0,-12 8-188 0 0,11-6 180 0 0,0 0 1 0 0,0 0-1 0 0,0 0 0 0 0,0 1 0 0 0,1-1 0 0 0,-1 1 0 0 0,-3 5 0 0 0,4-6 47 0 0,1 0 0 0 0,-1 0 0 0 0,0 0-1 0 0,1 0 1 0 0,-1-1 0 0 0,0 1 0 0 0,0 0 0 0 0,-1-1 0 0 0,1 0-1 0 0,0 1 1 0 0,-3 0 0 0 0,0 0-36 0 0,0 0 1 0 0,0 0-1 0 0,0 1 0 0 0,1-1 1 0 0,-1 1-1 0 0,1 0 0 0 0,0 0 1 0 0,-1 1-1 0 0,1-1 0 0 0,1 1 1 0 0,-1 0-1 0 0,1 0 0 0 0,-1 0 1 0 0,1 1-1 0 0,0-1 0 0 0,1 1 1 0 0,-1 0-1 0 0,1-1 0 0 0,0 1 1 0 0,0 0-1 0 0,0 1 0 0 0,1-1 1 0 0,0 0-1 0 0,-1 7 0 0 0,1 10 42 0 0,1-12 45 0 0,-1 0 0 0 0,0 0-1 0 0,0 1 1 0 0,-5 15-1 0 0,4-22-57 0 0,1-1-1 0 0,-1 0 1 0 0,1 0-1 0 0,-1 0 1 0 0,0 0-1 0 0,0 0 0 0 0,0 0 1 0 0,0 0-1 0 0,-1-1 1 0 0,1 1-1 0 0,-1-1 1 0 0,1 0-1 0 0,-1 0 0 0 0,0 0 1 0 0,0 0-1 0 0,0 0 1 0 0,-6 2-1 0 0,-14 5 90 0 0,0-2 0 0 0,-30 7 0 0 0,34-11-55 0 0,0 2 0 0 0,1 0 0 0 0,0 2 0 0 0,-34 16 1 0 0,44-19-43 0 0,1 2 0 0 0,-1-1 1 0 0,1 1-1 0 0,0 0 1 0 0,1 0-1 0 0,0 1 0 0 0,0 0 1 0 0,0 0-1 0 0,-7 12 1 0 0,0 4 70 0 0,-18 48 1 0 0,25-58-57 0 0,0-1 17 0 0,0 0 0 0 0,-1 0-1 0 0,-9 12 1 0 0,-14 23 435 0 0,30-46-469 0 0,-1-1 1 0 0,1 1 0 0 0,0-1-1 0 0,0 1 1 0 0,0-1-1 0 0,0 1 1 0 0,0-1-1 0 0,0 1 1 0 0,0-1 0 0 0,0 1-1 0 0,0-1 1 0 0,0 1-1 0 0,0-1 1 0 0,0 0 0 0 0,0 1-1 0 0,0-1 1 0 0,1 1-1 0 0,-1-1 1 0 0,0 1-1 0 0,0-1 1 0 0,0 1 0 0 0,1-1-1 0 0,-1 0 1 0 0,0 1-1 0 0,0-1 1 0 0,1 0 0 0 0,-1 1-1 0 0,1 0 1 0 0,16 9-40 0 0,21 2-91 0 0,-30-12-28 0 0,1-1 1 0 0,-1 0-1 0 0,0 0 1 0 0,1 0-1 0 0,-1-1 0 0 0,9-3 1 0 0,21-4-306 0 0,-33 8 443 0 0,0 0-1 0 0,-1 0 1 0 0,0-1-1 0 0,1 0 1 0 0,-1 0 0 0 0,0 0-1 0 0,0-1 1 0 0,0 1-1 0 0,0-1 1 0 0,0 0-1 0 0,3-3 1 0 0,-5 4-142 0 0,0 0-1 0 0,0 1 1 0 0,0-1-1 0 0,-1 0 1 0 0,1 0 0 0 0,-1 0-1 0 0,1 0 1 0 0,-1 0-1 0 0,0-1 1 0 0,0 1 0 0 0,0 0-1 0 0,0-1 1 0 0,0 1-1 0 0,0 0 1 0 0,-1-1 0 0 0,1 1-1 0 0,-1-1 1 0 0,0 1-1 0 0,0-1 1 0 0,0 1-1 0 0,0-5 1 0 0,0 7 105 0 0,0 0 0 0 0,0 0 0 0 0,0 1 0 0 0,0-1 0 0 0,0 0 0 0 0,0 1 0 0 0,-1-1 0 0 0,1 0 1 0 0,0 0-1 0 0,0 1 0 0 0,0-1 0 0 0,0 0 0 0 0,0 0 0 0 0,-1 1 0 0 0,-1 0-392 0 0,2-1 392 0 0,0 0 0 0 0,0 1 0 0 0,-1-1 0 0 0,1 0 1 0 0,0 0-1 0 0,-1 0 0 0 0,1 0 0 0 0,0 0 0 0 0,0 0 0 0 0,-1 0 0 0 0,1 0 0 0 0,0 0 0 0 0,-1 0 0 0 0,1 0 0 0 0,0 0 0 0 0,0 0 0 0 0,-1 0 0 0 0,1 0 0 0 0,0-1 0 0 0,-1 1 0 0 0,1 0 0 0 0,0 0 0 0 0,0 0 0 0 0,-1 0 0 0 0,1 0 1 0 0,0-1-1 0 0,1 6 109 0 0,1 0 1 0 0,0-1-1 0 0,0 1 1 0 0,1-1-1 0 0,0 1 1 0 0,-1-1-1 0 0,1 0 1 0 0,1 0-1 0 0,-1 0 1 0 0,0-1 0 0 0,1 1-1 0 0,0-1 1 0 0,0 0-1 0 0,7 5 1 0 0,19 9-40 0 0,1-1 0 0 0,0-1 0 0 0,1-2 1 0 0,54 15-1 0 0,-19-13-285 0 0,92 11 0 0 0,-150-25 170 0 0,70 12-778 0 0,-72-12 675 0 0,0 1 0 0 0,0 0 0 0 0,-1 0 1 0 0,1 1-1 0 0,-1 0 0 0 0,1 0 0 0 0,-1 1 0 0 0,10 7 0 0 0,-15-11 175 0 0,0 1 1 0 0,-1 0-1 0 0,1-1 0 0 0,0 1 0 0 0,0 0 0 0 0,-1 0 0 0 0,1 0 0 0 0,-1-1 0 0 0,1 1 0 0 0,-1 0 0 0 0,1 0 0 0 0,-1 0 0 0 0,1 0 0 0 0,0 2 0 0 0,-1-3 21 0 0,0 1-1 0 0,0-1 1 0 0,0 1 0 0 0,-1-1 0 0 0,1 0-1 0 0,0 1 1 0 0,0-1 0 0 0,0 1-1 0 0,0-1 1 0 0,0 0 0 0 0,0 1 0 0 0,-1-1-1 0 0,1 1 1 0 0,0-1 0 0 0,0 0 0 0 0,-1 1-1 0 0,1-1 1 0 0,0 0 0 0 0,0 1-1 0 0,-1-1 1 0 0,1 0 0 0 0,0 0 0 0 0,-1 1-1 0 0,0-1 1 0 0,0 1 46 0 0,-1 0 1 0 0,0 0-1 0 0,0-1 0 0 0,0 1 1 0 0,0-1-1 0 0,0 0 0 0 0,0 1 1 0 0,0-1-1 0 0,0 0 0 0 0,0 0 1 0 0,0 0-1 0 0,0 0 0 0 0,-3-1 1 0 0,-23-6 132 0 0,0-1 1 0 0,0-1 0 0 0,1-2-1 0 0,-38-20 1 0 0,-98-68-31 0 0,102 61-280 0 0,3-3 0 0 0,1-2-1 0 0,-69-69 1 0 0,124 109 104 0 0,-1 0 1 0 0,0 0-1 0 0,1 0 1 0 0,0 0 0 0 0,0-1-1 0 0,0 1 1 0 0,0 0-1 0 0,-1-5 1 0 0,3 8 14 0 0,0-1 0 0 0,-1 0 0 0 0,1 1 0 0 0,0-1 0 0 0,0 1 0 0 0,0-1 0 0 0,0 1 0 0 0,0-1 0 0 0,0 0 1 0 0,0 1-1 0 0,0-1 0 0 0,0 1 0 0 0,1-1 0 0 0,-1 1 0 0 0,0-1 0 0 0,0 0 0 0 0,0 1 0 0 0,1-1 0 0 0,-1 1 1 0 0,0-1-1 0 0,0 1 0 0 0,1-1 0 0 0,0 0-11 0 0,0 0 1 0 0,0 1-1 0 0,0-1 0 0 0,0 1 1 0 0,1-1-1 0 0,-1 1 0 0 0,0-1 0 0 0,0 1 1 0 0,0 0-1 0 0,0-1 0 0 0,1 1 1 0 0,-1 0-1 0 0,0 0 0 0 0,0 0 1 0 0,2 0-1 0 0,13 2-65 0 0,-1 0 0 0 0,0 1 0 0 0,0 1 0 0 0,0 0-1 0 0,0 1 1 0 0,23 12 0 0 0,9 2 165 0 0,-8-5-31 0 0,-1 2 0 0 0,-1 1 0 0 0,37 24-1 0 0,-55-29-25 0 0,0 1 0 0 0,-1 1-1 0 0,0 1 1 0 0,-1 1-1 0 0,-1 0 1 0 0,28 36-1 0 0,-40-42 156 0 0,-13-13 148 0 0,-11-10 128 0 0,-7-14-642 0 0,1 0 0 0 0,1-2 0 0 0,2-1 0 0 0,1 0 0 0 0,-19-35 0 0 0,40 62 174 0 0,0 1 0 0 0,0 0 1 0 0,0-1-1 0 0,0 1 0 0 0,0-1 1 0 0,0 1-1 0 0,1-1 0 0 0,-1 1 1 0 0,1-1-1 0 0,0 0 1 0 0,0 1-1 0 0,0-1 0 0 0,0 0 1 0 0,0 1-1 0 0,0-1 0 0 0,1 1 1 0 0,-1-1-1 0 0,1 1 0 0 0,1-4 1 0 0,-1 4 7 0 0,0 1 1 0 0,0-1-1 0 0,1 1 1 0 0,-1-1-1 0 0,0 1 1 0 0,1 0-1 0 0,-1 0 0 0 0,1-1 1 0 0,-1 1-1 0 0,1 0 1 0 0,-1 0-1 0 0,1 1 1 0 0,0-1-1 0 0,0 0 1 0 0,-1 0-1 0 0,1 1 1 0 0,0-1-1 0 0,0 1 0 0 0,0 0 1 0 0,0 0-1 0 0,-1-1 1 0 0,1 1-1 0 0,0 0 1 0 0,0 1-1 0 0,0-1 1 0 0,0 0-1 0 0,2 1 1 0 0,8 1 9 0 0,0 1 0 0 0,0 0 1 0 0,0 1-1 0 0,0 1 0 0 0,0 0 1 0 0,-1 0-1 0 0,0 1 0 0 0,17 12 1 0 0,-9-4 185 0 0,-1 0 1 0 0,-1 1-1 0 0,29 32 1 0 0,-23-10 1533 0 0,-37-68 653 0 0,7 12-2217 0 0,-15-21-501 0 0,-2 1-1 0 0,-2 0 1 0 0,-1 2 0 0 0,-37-38 0 0 0,-43-59-1107 0 0,107 133 1440 0 0,-1 0 0 0 0,0 0 0 0 0,1 1 0 0 0,-1-1 0 0 0,1 0 0 0 0,-1 0-1 0 0,1 0 1 0 0,-1 0 0 0 0,1 0 0 0 0,-1 0 0 0 0,1 0 0 0 0,0 0 0 0 0,0 0 0 0 0,-1-2 0 0 0,2 3 13 0 0,-1-1-1 0 0,0 1 1 0 0,0 0-1 0 0,1 0 1 0 0,-1 0 0 0 0,0 0-1 0 0,1-1 1 0 0,-1 1-1 0 0,0 0 1 0 0,0 0 0 0 0,1 0-1 0 0,-1 0 1 0 0,0 0-1 0 0,1 0 1 0 0,-1 0 0 0 0,0 0-1 0 0,1 0 1 0 0,-1 0-1 0 0,0 0 1 0 0,1 0 0 0 0,-1 0-1 0 0,0 0 1 0 0,1 0-1 0 0,-1 0 1 0 0,0 0 0 0 0,0 1-1 0 0,1-1 1 0 0,-1 0-1 0 0,0 0 1 0 0,1 0 0 0 0,34 19 318 0 0,-27-15-220 0 0,162 89 1645 0 0,-169-93-1748 0 0,1 1 1 0 0,-1 0-1 0 0,0-1 0 0 0,0 1 0 0 0,0 0 0 0 0,0 0 0 0 0,0 0 0 0 0,0 0 0 0 0,0 0 0 0 0,0 0 0 0 0,0 0 0 0 0,0 0 1 0 0,1 2-1 0 0,-2-3-1 0 0,0 1 1 0 0,0-1-1 0 0,0 1 0 0 0,0-1 1 0 0,0 0-1 0 0,0 1 1 0 0,0-1-1 0 0,0 1 1 0 0,0-1-1 0 0,0 0 0 0 0,0 1 1 0 0,0-1-1 0 0,-1 1 1 0 0,1-1-1 0 0,0 0 1 0 0,0 1-1 0 0,0-1 1 0 0,0 1-1 0 0,-1-1 0 0 0,1 0 1 0 0,0 1-1 0 0,0-1 1 0 0,-1 0-1 0 0,1 0 1 0 0,0 1-1 0 0,-1-1 1 0 0,0 1-1 0 0,-3 1-37 0 0,0 0-1 0 0,0 0 1 0 0,0 0-1 0 0,0 0 1 0 0,-9 1-1 0 0,6 0 19 0 0,7-3 24 0 0,0 0 0 0 0,-1 0 1 0 0,1 0-1 0 0,0 0 0 0 0,0 0 0 0 0,0 0 1 0 0,0 0-1 0 0,0 0 0 0 0,0 0 1 0 0,-1 1-1 0 0,1-1 0 0 0,0 0 0 0 0,0 0 1 0 0,0 0-1 0 0,0 0 0 0 0,0 0 0 0 0,0 0 1 0 0,0 1-1 0 0,0-1 0 0 0,0 0 0 0 0,0 0 1 0 0,0 0-1 0 0,0 0 0 0 0,0 0 0 0 0,0 1 1 0 0,0-1-1 0 0,0 0 0 0 0,0 0 0 0 0,0 0 1 0 0,0 0-1 0 0,0 0 0 0 0,0 1 1 0 0,0-1-1 0 0,0 0 0 0 0,0 0 0 0 0,0 0 1 0 0,0 0-1 0 0,0 0 0 0 0,0 1 0 0 0,0-1 1 0 0,0 0-1 0 0,0 0 0 0 0,0 0 0 0 0,1 0 1 0 0,-1 0-1 0 0,0 0 0 0 0,0 0 0 0 0,0 1 1 0 0,0-1-1 0 0,0 0 0 0 0,0 0 1 0 0,1 0-1 0 0,-1 0 0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D76652-6C29-4BAF-9849-D5686387BDDC}" type="datetimeFigureOut">
              <a:t>10/11/2025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A06676C-8EDA-411F-B279-22ABDE2104D7}" type="slidenum">
              <a:t>‹#›</a:t>
            </a:fld>
            <a:endParaRPr lang="en-US"/>
          </a:p>
        </p:txBody>
      </p:sp>
    </p:spTree>
    <p:extLst>
      <p:ext uri="{BB962C8B-B14F-4D97-AF65-F5344CB8AC3E}">
        <p14:creationId xmlns:p14="http://schemas.microsoft.com/office/powerpoint/2010/main" val="28479689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AI-generated content may be incorrect.
---
</a:t>
            </a:r>
          </a:p>
        </p:txBody>
      </p:sp>
      <p:sp>
        <p:nvSpPr>
          <p:cNvPr id="4" name="Slide Number Placeholder 3"/>
          <p:cNvSpPr>
            <a:spLocks noGrp="1"/>
          </p:cNvSpPr>
          <p:nvPr>
            <p:ph type="sldNum" sz="quarter" idx="5"/>
          </p:nvPr>
        </p:nvSpPr>
        <p:spPr/>
        <p:txBody>
          <a:bodyPr/>
          <a:lstStyle/>
          <a:p>
            <a:fld id="{322C3404-B6AB-4EFE-9F4E-60BD52F02861}" type="slidenum">
              <a:t>1</a:t>
            </a:fld>
            <a:endParaRPr lang="en-US"/>
          </a:p>
        </p:txBody>
      </p:sp>
    </p:spTree>
    <p:extLst>
      <p:ext uri="{BB962C8B-B14F-4D97-AF65-F5344CB8AC3E}">
        <p14:creationId xmlns:p14="http://schemas.microsoft.com/office/powerpoint/2010/main" val="22368472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Empowering AI with Tool Access</a:t>
            </a:r>
          </a:p>
        </p:txBody>
      </p:sp>
      <p:sp>
        <p:nvSpPr>
          <p:cNvPr id="4" name="Slide Number Placeholder 3"/>
          <p:cNvSpPr>
            <a:spLocks noGrp="1"/>
          </p:cNvSpPr>
          <p:nvPr>
            <p:ph type="sldNum" sz="quarter" idx="5"/>
          </p:nvPr>
        </p:nvSpPr>
        <p:spPr/>
        <p:txBody>
          <a:bodyPr/>
          <a:lstStyle/>
          <a:p>
            <a:fld id="{322C3404-B6AB-4EFE-9F4E-60BD52F02861}" type="slidenum">
              <a:t>5</a:t>
            </a:fld>
            <a:endParaRPr lang="en-US"/>
          </a:p>
        </p:txBody>
      </p:sp>
    </p:spTree>
    <p:extLst>
      <p:ext uri="{BB962C8B-B14F-4D97-AF65-F5344CB8AC3E}">
        <p14:creationId xmlns:p14="http://schemas.microsoft.com/office/powerpoint/2010/main" val="12876283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The generative AI revolution has ushered in a new era of capabilities, enabling models to produce text, images, and other content with remarkable fluency. However, the next frontier in AI development is agency—the ability for models to interact with, query, and act upon the world around them. This shift from passive generation to active engagement requires a new approach to tool integration. Traditionally, each AI model needed a custom, often brittle integration for every external tool or data source, leading to the 'N x M integration problem.' This method is not scalable and hinders the broader adoption of AI in real-world applications. To address this, developers are exploring standardized frameworks that allow AI models to access tools like sales leads, code repositories, and IoT devices in a secure and reusable manner. This presentation introduces Anthropic’s Model Context Protocol (MCP), an open-source solution designed to solve these challenges and empower AI agents with robust tool access.</a:t>
            </a:r>
          </a:p>
        </p:txBody>
      </p:sp>
      <p:sp>
        <p:nvSpPr>
          <p:cNvPr id="4" name="Slide Number Placeholder 3"/>
          <p:cNvSpPr>
            <a:spLocks noGrp="1"/>
          </p:cNvSpPr>
          <p:nvPr>
            <p:ph type="sldNum" sz="quarter" idx="5"/>
          </p:nvPr>
        </p:nvSpPr>
        <p:spPr/>
        <p:txBody>
          <a:bodyPr/>
          <a:lstStyle/>
          <a:p>
            <a:fld id="{322C3404-B6AB-4EFE-9F4E-60BD52F02861}" type="slidenum">
              <a:t>6</a:t>
            </a:fld>
            <a:endParaRPr lang="en-US"/>
          </a:p>
        </p:txBody>
      </p:sp>
    </p:spTree>
    <p:extLst>
      <p:ext uri="{BB962C8B-B14F-4D97-AF65-F5344CB8AC3E}">
        <p14:creationId xmlns:p14="http://schemas.microsoft.com/office/powerpoint/2010/main" val="42126158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9F0D53-94A1-CDAD-8F1D-E2A8127264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2E2751-CB9E-DBBE-E2EF-1ACD82E5DE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089809-6390-8A19-18A6-99C32DEF5C73}"/>
              </a:ext>
            </a:extLst>
          </p:cNvPr>
          <p:cNvSpPr>
            <a:spLocks noGrp="1"/>
          </p:cNvSpPr>
          <p:nvPr>
            <p:ph type="body" idx="1"/>
          </p:nvPr>
        </p:nvSpPr>
        <p:spPr/>
        <p:txBody>
          <a:bodyPr/>
          <a:lstStyle/>
          <a:p>
            <a:r>
              <a:rPr lang="en-US"/>
              <a:t>
The generative AI revolution has ushered in a new era of capabilities, enabling models to produce text, images, and other content with remarkable fluency. However, the next frontier in AI development is agency—the ability for models to interact with, query, and act upon the world around them. This shift from passive generation to active engagement requires a new approach to tool integration. Traditionally, each AI model needed a custom, often brittle integration for every external tool or data source, leading to the 'N x M integration problem.' This method is not scalable and hinders the broader adoption of AI in real-world applications. To address this, developers are exploring standardized frameworks that allow AI models to access tools like sales leads, code repositories, and IoT devices in a secure and reusable manner. This presentation introduces Anthropic’s Model Context Protocol (MCP), an open-source solution designed to solve these challenges and empower AI agents with robust tool access.</a:t>
            </a:r>
          </a:p>
        </p:txBody>
      </p:sp>
      <p:sp>
        <p:nvSpPr>
          <p:cNvPr id="4" name="Slide Number Placeholder 3">
            <a:extLst>
              <a:ext uri="{FF2B5EF4-FFF2-40B4-BE49-F238E27FC236}">
                <a16:creationId xmlns:a16="http://schemas.microsoft.com/office/drawing/2014/main" id="{340147AF-456E-B952-36B7-4DA71193B4BC}"/>
              </a:ext>
            </a:extLst>
          </p:cNvPr>
          <p:cNvSpPr>
            <a:spLocks noGrp="1"/>
          </p:cNvSpPr>
          <p:nvPr>
            <p:ph type="sldNum" sz="quarter" idx="5"/>
          </p:nvPr>
        </p:nvSpPr>
        <p:spPr/>
        <p:txBody>
          <a:bodyPr/>
          <a:lstStyle/>
          <a:p>
            <a:fld id="{322C3404-B6AB-4EFE-9F4E-60BD52F02861}" type="slidenum">
              <a:t>7</a:t>
            </a:fld>
            <a:endParaRPr lang="en-US"/>
          </a:p>
        </p:txBody>
      </p:sp>
    </p:spTree>
    <p:extLst>
      <p:ext uri="{BB962C8B-B14F-4D97-AF65-F5344CB8AC3E}">
        <p14:creationId xmlns:p14="http://schemas.microsoft.com/office/powerpoint/2010/main" val="32732763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21EC6-8DC6-9351-39F2-770D9B7618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9B8F19-52EF-6849-CC2B-CA70F4216C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626C8A-F234-1635-0CD8-BAE90016D756}"/>
              </a:ext>
            </a:extLst>
          </p:cNvPr>
          <p:cNvSpPr>
            <a:spLocks noGrp="1"/>
          </p:cNvSpPr>
          <p:nvPr>
            <p:ph type="body" idx="1"/>
          </p:nvPr>
        </p:nvSpPr>
        <p:spPr/>
        <p:txBody>
          <a:bodyPr/>
          <a:lstStyle/>
          <a:p>
            <a:r>
              <a:rPr lang="en-US"/>
              <a:t>
The generative AI revolution has ushered in a new era of capabilities, enabling models to produce text, images, and other content with remarkable fluency. However, the next frontier in AI development is agency—the ability for models to interact with, query, and act upon the world around them. This shift from passive generation to active engagement requires a new approach to tool integration. Traditionally, each AI model needed a custom, often brittle integration for every external tool or data source, leading to the 'N x M integration problem.' This method is not scalable and hinders the broader adoption of AI in real-world applications. To address this, developers are exploring standardized frameworks that allow AI models to access tools like sales leads, code repositories, and IoT devices in a secure and reusable manner. This presentation introduces Anthropic’s Model Context Protocol (MCP), an open-source solution designed to solve these challenges and empower AI agents with robust tool access.</a:t>
            </a:r>
          </a:p>
        </p:txBody>
      </p:sp>
      <p:sp>
        <p:nvSpPr>
          <p:cNvPr id="4" name="Slide Number Placeholder 3">
            <a:extLst>
              <a:ext uri="{FF2B5EF4-FFF2-40B4-BE49-F238E27FC236}">
                <a16:creationId xmlns:a16="http://schemas.microsoft.com/office/drawing/2014/main" id="{BD2E5DE4-E122-F66E-8F79-128B94E21D60}"/>
              </a:ext>
            </a:extLst>
          </p:cNvPr>
          <p:cNvSpPr>
            <a:spLocks noGrp="1"/>
          </p:cNvSpPr>
          <p:nvPr>
            <p:ph type="sldNum" sz="quarter" idx="5"/>
          </p:nvPr>
        </p:nvSpPr>
        <p:spPr/>
        <p:txBody>
          <a:bodyPr/>
          <a:lstStyle/>
          <a:p>
            <a:fld id="{322C3404-B6AB-4EFE-9F4E-60BD52F02861}" type="slidenum">
              <a:t>8</a:t>
            </a:fld>
            <a:endParaRPr lang="en-US"/>
          </a:p>
        </p:txBody>
      </p:sp>
    </p:spTree>
    <p:extLst>
      <p:ext uri="{BB962C8B-B14F-4D97-AF65-F5344CB8AC3E}">
        <p14:creationId xmlns:p14="http://schemas.microsoft.com/office/powerpoint/2010/main" val="29417886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44C89-8D41-2552-A03B-B4FE9E4F31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5B3D37-9AB6-EB56-2F27-26EE0E30CE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E17015-ABCF-B83C-5990-F190595A0105}"/>
              </a:ext>
            </a:extLst>
          </p:cNvPr>
          <p:cNvSpPr>
            <a:spLocks noGrp="1"/>
          </p:cNvSpPr>
          <p:nvPr>
            <p:ph type="body" idx="1"/>
          </p:nvPr>
        </p:nvSpPr>
        <p:spPr/>
        <p:txBody>
          <a:bodyPr/>
          <a:lstStyle/>
          <a:p>
            <a:r>
              <a:rPr lang="en-US"/>
              <a:t>
The generative AI revolution has ushered in a new era of capabilities, enabling models to produce text, images, and other content with remarkable fluency. However, the next frontier in AI development is agency—the ability for models to interact with, query, and act upon the world around them. This shift from passive generation to active engagement requires a new approach to tool integration. Traditionally, each AI model needed a custom, often brittle integration for every external tool or data source, leading to the 'N x M integration problem.' This method is not scalable and hinders the broader adoption of AI in real-world applications. To address this, developers are exploring standardized frameworks that allow AI models to access tools like sales leads, code repositories, and IoT devices in a secure and reusable manner. This presentation introduces Anthropic’s Model Context Protocol (MCP), an open-source solution designed to solve these challenges and empower AI agents with robust tool access.</a:t>
            </a:r>
          </a:p>
        </p:txBody>
      </p:sp>
      <p:sp>
        <p:nvSpPr>
          <p:cNvPr id="4" name="Slide Number Placeholder 3">
            <a:extLst>
              <a:ext uri="{FF2B5EF4-FFF2-40B4-BE49-F238E27FC236}">
                <a16:creationId xmlns:a16="http://schemas.microsoft.com/office/drawing/2014/main" id="{06FC9422-6A2D-4DC2-1AF5-6BDBA0EFCA15}"/>
              </a:ext>
            </a:extLst>
          </p:cNvPr>
          <p:cNvSpPr>
            <a:spLocks noGrp="1"/>
          </p:cNvSpPr>
          <p:nvPr>
            <p:ph type="sldNum" sz="quarter" idx="5"/>
          </p:nvPr>
        </p:nvSpPr>
        <p:spPr/>
        <p:txBody>
          <a:bodyPr/>
          <a:lstStyle/>
          <a:p>
            <a:fld id="{322C3404-B6AB-4EFE-9F4E-60BD52F02861}" type="slidenum">
              <a:t>9</a:t>
            </a:fld>
            <a:endParaRPr lang="en-US"/>
          </a:p>
        </p:txBody>
      </p:sp>
    </p:spTree>
    <p:extLst>
      <p:ext uri="{BB962C8B-B14F-4D97-AF65-F5344CB8AC3E}">
        <p14:creationId xmlns:p14="http://schemas.microsoft.com/office/powerpoint/2010/main" val="889181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9F8C6-40B4-129A-2A84-4888B7C7B6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4239CA-35B1-F727-2DAB-9000F037A6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1924D2-FE31-5F19-407F-32792081983D}"/>
              </a:ext>
            </a:extLst>
          </p:cNvPr>
          <p:cNvSpPr>
            <a:spLocks noGrp="1"/>
          </p:cNvSpPr>
          <p:nvPr>
            <p:ph type="body" idx="1"/>
          </p:nvPr>
        </p:nvSpPr>
        <p:spPr/>
        <p:txBody>
          <a:bodyPr/>
          <a:lstStyle/>
          <a:p>
            <a:r>
              <a:rPr lang="en-US"/>
              <a:t>
The generative AI revolution has ushered in a new era of capabilities, enabling models to produce text, images, and other content with remarkable fluency. However, the next frontier in AI development is agency—the ability for models to interact with, query, and act upon the world around them. This shift from passive generation to active engagement requires a new approach to tool integration. Traditionally, each AI model needed a custom, often brittle integration for every external tool or data source, leading to the 'N x M integration problem.' This method is not scalable and hinders the broader adoption of AI in real-world applications. To address this, developers are exploring standardized frameworks that allow AI models to access tools like sales leads, code repositories, and IoT devices in a secure and reusable manner. This presentation introduces Anthropic’s Model Context Protocol (MCP), an open-source solution designed to solve these challenges and empower AI agents with robust tool access.</a:t>
            </a:r>
          </a:p>
        </p:txBody>
      </p:sp>
      <p:sp>
        <p:nvSpPr>
          <p:cNvPr id="4" name="Slide Number Placeholder 3">
            <a:extLst>
              <a:ext uri="{FF2B5EF4-FFF2-40B4-BE49-F238E27FC236}">
                <a16:creationId xmlns:a16="http://schemas.microsoft.com/office/drawing/2014/main" id="{8AB577AE-F8E2-E9D7-14B9-0363033F277D}"/>
              </a:ext>
            </a:extLst>
          </p:cNvPr>
          <p:cNvSpPr>
            <a:spLocks noGrp="1"/>
          </p:cNvSpPr>
          <p:nvPr>
            <p:ph type="sldNum" sz="quarter" idx="5"/>
          </p:nvPr>
        </p:nvSpPr>
        <p:spPr/>
        <p:txBody>
          <a:bodyPr/>
          <a:lstStyle/>
          <a:p>
            <a:fld id="{322C3404-B6AB-4EFE-9F4E-60BD52F02861}" type="slidenum">
              <a:t>10</a:t>
            </a:fld>
            <a:endParaRPr lang="en-US"/>
          </a:p>
        </p:txBody>
      </p:sp>
    </p:spTree>
    <p:extLst>
      <p:ext uri="{BB962C8B-B14F-4D97-AF65-F5344CB8AC3E}">
        <p14:creationId xmlns:p14="http://schemas.microsoft.com/office/powerpoint/2010/main" val="1669750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N x M Integration Problem</a:t>
            </a:r>
          </a:p>
        </p:txBody>
      </p:sp>
      <p:sp>
        <p:nvSpPr>
          <p:cNvPr id="4" name="Slide Number Placeholder 3"/>
          <p:cNvSpPr>
            <a:spLocks noGrp="1"/>
          </p:cNvSpPr>
          <p:nvPr>
            <p:ph type="sldNum" sz="quarter" idx="5"/>
          </p:nvPr>
        </p:nvSpPr>
        <p:spPr/>
        <p:txBody>
          <a:bodyPr/>
          <a:lstStyle/>
          <a:p>
            <a:fld id="{322C3404-B6AB-4EFE-9F4E-60BD52F02861}" type="slidenum">
              <a:t>12</a:t>
            </a:fld>
            <a:endParaRPr lang="en-US"/>
          </a:p>
        </p:txBody>
      </p:sp>
    </p:spTree>
    <p:extLst>
      <p:ext uri="{BB962C8B-B14F-4D97-AF65-F5344CB8AC3E}">
        <p14:creationId xmlns:p14="http://schemas.microsoft.com/office/powerpoint/2010/main" val="27479126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Overview and Architecture</a:t>
            </a:r>
          </a:p>
        </p:txBody>
      </p:sp>
      <p:sp>
        <p:nvSpPr>
          <p:cNvPr id="4" name="Slide Number Placeholder 3"/>
          <p:cNvSpPr>
            <a:spLocks noGrp="1"/>
          </p:cNvSpPr>
          <p:nvPr>
            <p:ph type="sldNum" sz="quarter" idx="5"/>
          </p:nvPr>
        </p:nvSpPr>
        <p:spPr/>
        <p:txBody>
          <a:bodyPr/>
          <a:lstStyle/>
          <a:p>
            <a:fld id="{322C3404-B6AB-4EFE-9F4E-60BD52F02861}" type="slidenum">
              <a:t>14</a:t>
            </a:fld>
            <a:endParaRPr lang="en-US"/>
          </a:p>
        </p:txBody>
      </p:sp>
    </p:spTree>
    <p:extLst>
      <p:ext uri="{BB962C8B-B14F-4D97-AF65-F5344CB8AC3E}">
        <p14:creationId xmlns:p14="http://schemas.microsoft.com/office/powerpoint/2010/main" val="15123109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The Model Context Protocol (MCP) is an open-source framework developed by Anthropic to address the integration challenges faced by AI models. MCP serves as a universal connector, akin to a USB-C port, that standardizes how AI models discover and use external tools. Unlike simple function-calling mechanisms, MCP introduces a robust client-server architecture that facilitates secure and scalable interactions between AI agents and tools. The protocol defines a consistent interface for tool discovery, invocation, and context management, allowing models to access a wide range of resources without bespoke integrations. MCP supports both pre-built and custom servers, enabling developers to expose proprietary data and APIs in a compliant and secure manner. By adopting MCP, organizations can reduce integration overhead, improve interoperability, and accelerate the development of intelligent, context-aware AI agents. This architecture lays the foundation for a new ecosystem where tools and models can interact seamlessly, fostering innovation and collaboration across the AI community.</a:t>
            </a:r>
          </a:p>
        </p:txBody>
      </p:sp>
      <p:sp>
        <p:nvSpPr>
          <p:cNvPr id="4" name="Slide Number Placeholder 3"/>
          <p:cNvSpPr>
            <a:spLocks noGrp="1"/>
          </p:cNvSpPr>
          <p:nvPr>
            <p:ph type="sldNum" sz="quarter" idx="5"/>
          </p:nvPr>
        </p:nvSpPr>
        <p:spPr/>
        <p:txBody>
          <a:bodyPr/>
          <a:lstStyle/>
          <a:p>
            <a:fld id="{322C3404-B6AB-4EFE-9F4E-60BD52F02861}" type="slidenum">
              <a:t>15</a:t>
            </a:fld>
            <a:endParaRPr lang="en-US"/>
          </a:p>
        </p:txBody>
      </p:sp>
    </p:spTree>
    <p:extLst>
      <p:ext uri="{BB962C8B-B14F-4D97-AF65-F5344CB8AC3E}">
        <p14:creationId xmlns:p14="http://schemas.microsoft.com/office/powerpoint/2010/main" val="28598187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Creating a Collaborative Ecosystem</a:t>
            </a:r>
          </a:p>
        </p:txBody>
      </p:sp>
      <p:sp>
        <p:nvSpPr>
          <p:cNvPr id="4" name="Slide Number Placeholder 3"/>
          <p:cNvSpPr>
            <a:spLocks noGrp="1"/>
          </p:cNvSpPr>
          <p:nvPr>
            <p:ph type="sldNum" sz="quarter" idx="5"/>
          </p:nvPr>
        </p:nvSpPr>
        <p:spPr/>
        <p:txBody>
          <a:bodyPr/>
          <a:lstStyle/>
          <a:p>
            <a:fld id="{322C3404-B6AB-4EFE-9F4E-60BD52F02861}" type="slidenum">
              <a:t>22</a:t>
            </a:fld>
            <a:endParaRPr lang="en-US"/>
          </a:p>
        </p:txBody>
      </p:sp>
    </p:spTree>
    <p:extLst>
      <p:ext uri="{BB962C8B-B14F-4D97-AF65-F5344CB8AC3E}">
        <p14:creationId xmlns:p14="http://schemas.microsoft.com/office/powerpoint/2010/main" val="11638892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Standardizing AI tool integration through protocols like MCP offers numerous benefits that extend beyond individual projects. First, it reduces the need for bespoke connectors, saving time and resources while improving reliability. Second, it fosters a collaborative ecosystem where developers can share tools, servers, and best practices, accelerating innovation across the AI community. Third, it enhances security and compliance by providing consistent mechanisms for authentication and data access. MCP’s open-source nature encourages transparency and community contributions, leading to continuous improvement and broader adoption. By aligning on a common protocol, organizations can ensure that their AI models are compatible with a wide range of tools and environments, facilitating interoperability and scalability. This standardization also supports the development of intelligent agents that are not only capable of understanding and generating content but also of taking meaningful actions. In essence, MCP transforms AI from a passive technology into an active participant in digital ecosystems, paving the way for the next generation of context-aware, tool-enabled agents.</a:t>
            </a:r>
          </a:p>
        </p:txBody>
      </p:sp>
      <p:sp>
        <p:nvSpPr>
          <p:cNvPr id="4" name="Slide Number Placeholder 3"/>
          <p:cNvSpPr>
            <a:spLocks noGrp="1"/>
          </p:cNvSpPr>
          <p:nvPr>
            <p:ph type="sldNum" sz="quarter" idx="5"/>
          </p:nvPr>
        </p:nvSpPr>
        <p:spPr/>
        <p:txBody>
          <a:bodyPr/>
          <a:lstStyle/>
          <a:p>
            <a:fld id="{322C3404-B6AB-4EFE-9F4E-60BD52F02861}" type="slidenum">
              <a:t>23</a:t>
            </a:fld>
            <a:endParaRPr lang="en-US"/>
          </a:p>
        </p:txBody>
      </p:sp>
    </p:spTree>
    <p:extLst>
      <p:ext uri="{BB962C8B-B14F-4D97-AF65-F5344CB8AC3E}">
        <p14:creationId xmlns:p14="http://schemas.microsoft.com/office/powerpoint/2010/main" val="988623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Building the Next Generation of AI Agents</a:t>
            </a:r>
          </a:p>
        </p:txBody>
      </p:sp>
      <p:sp>
        <p:nvSpPr>
          <p:cNvPr id="4" name="Slide Number Placeholder 3"/>
          <p:cNvSpPr>
            <a:spLocks noGrp="1"/>
          </p:cNvSpPr>
          <p:nvPr>
            <p:ph type="sldNum" sz="quarter" idx="5"/>
          </p:nvPr>
        </p:nvSpPr>
        <p:spPr/>
        <p:txBody>
          <a:bodyPr/>
          <a:lstStyle/>
          <a:p>
            <a:fld id="{322C3404-B6AB-4EFE-9F4E-60BD52F02861}" type="slidenum">
              <a:t>25</a:t>
            </a:fld>
            <a:endParaRPr lang="en-US"/>
          </a:p>
        </p:txBody>
      </p:sp>
    </p:spTree>
    <p:extLst>
      <p:ext uri="{BB962C8B-B14F-4D97-AF65-F5344CB8AC3E}">
        <p14:creationId xmlns:p14="http://schemas.microsoft.com/office/powerpoint/2010/main" val="17770381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The journey from generative AI to agentic AI represents a significant evolution in the field. By adopting the Model Context Protocol, developers can move beyond building one-off connectors and start creating intelligent agents that interact with the world in meaningful ways. MCP provides the tools and standards necessary to integrate AI models with external resources securely and efficiently. This session has introduced the core concepts of MCP, demonstrated its practical applications through pre-built and custom servers, and highlighted the benefits of standardized integration. Developers are encouraged to explore MCP, contribute to its ecosystem, and leverage its capabilities to build AI agents that don’t just talk, but act. The future of AI lies in its ability to understand context, make decisions, and perform tasks autonomously. MCP is a foundational step toward realizing this vision, and by embracing it, developers can play a pivotal role in shaping the next generation of AI technology.</a:t>
            </a:r>
          </a:p>
        </p:txBody>
      </p:sp>
      <p:sp>
        <p:nvSpPr>
          <p:cNvPr id="4" name="Slide Number Placeholder 3"/>
          <p:cNvSpPr>
            <a:spLocks noGrp="1"/>
          </p:cNvSpPr>
          <p:nvPr>
            <p:ph type="sldNum" sz="quarter" idx="5"/>
          </p:nvPr>
        </p:nvSpPr>
        <p:spPr/>
        <p:txBody>
          <a:bodyPr/>
          <a:lstStyle/>
          <a:p>
            <a:fld id="{322C3404-B6AB-4EFE-9F4E-60BD52F02861}" type="slidenum">
              <a:t>26</a:t>
            </a:fld>
            <a:endParaRPr lang="en-US"/>
          </a:p>
        </p:txBody>
      </p:sp>
    </p:spTree>
    <p:extLst>
      <p:ext uri="{BB962C8B-B14F-4D97-AF65-F5344CB8AC3E}">
        <p14:creationId xmlns:p14="http://schemas.microsoft.com/office/powerpoint/2010/main" val="260651853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502920"/>
            <a:ext cx="5852160" cy="2953512"/>
          </a:xfrm>
        </p:spPr>
        <p:txBody>
          <a:bodyPr vert="horz" lIns="91440" tIns="45720" rIns="91440" bIns="45720" rtlCol="0" anchor="t">
            <a:normAutofit/>
          </a:bodyPr>
          <a:lstStyle>
            <a:lvl1pPr>
              <a:defRPr lang="en-US" sz="5400" dirty="0">
                <a:gradFill>
                  <a:gsLst>
                    <a:gs pos="0">
                      <a:schemeClr val="accent2"/>
                    </a:gs>
                    <a:gs pos="100000">
                      <a:schemeClr val="accent5"/>
                    </a:gs>
                  </a:gsLst>
                  <a:lin ang="15600000" scaled="0"/>
                </a:gra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544568"/>
            <a:ext cx="4681728" cy="1591056"/>
          </a:xfrm>
        </p:spPr>
        <p:txBody>
          <a:bodyPr vert="horz" lIns="91440" tIns="45720" rIns="91440" bIns="45720" rtlCol="0" anchor="ctr">
            <a:normAutofit/>
          </a:bodyPr>
          <a:lstStyle>
            <a:lvl1pPr marL="0" indent="0">
              <a:buNone/>
              <a:defRPr lang="en-US" sz="2000" dirty="0"/>
            </a:lvl1pPr>
          </a:lstStyle>
          <a:p>
            <a:pPr lvl="0"/>
            <a:r>
              <a:rPr lang="en-US"/>
              <a:t>Click to edit Master subtitle style</a:t>
            </a:r>
            <a:endParaRPr lang="en-US" dirty="0"/>
          </a:p>
        </p:txBody>
      </p:sp>
      <p:sp>
        <p:nvSpPr>
          <p:cNvPr id="11" name="Footer Placeholder 10">
            <a:extLst>
              <a:ext uri="{FF2B5EF4-FFF2-40B4-BE49-F238E27FC236}">
                <a16:creationId xmlns:a16="http://schemas.microsoft.com/office/drawing/2014/main" id="{F98245A6-7E39-43E3-BB93-77F622756065}"/>
              </a:ext>
            </a:extLst>
          </p:cNvPr>
          <p:cNvSpPr>
            <a:spLocks noGrp="1"/>
          </p:cNvSpPr>
          <p:nvPr>
            <p:ph type="ftr" sz="quarter" idx="15"/>
          </p:nvPr>
        </p:nvSpPr>
        <p:spPr/>
        <p:txBody>
          <a:bodyPr/>
          <a:lstStyle/>
          <a:p>
            <a:endParaRPr lang="en-US"/>
          </a:p>
        </p:txBody>
      </p:sp>
      <p:sp>
        <p:nvSpPr>
          <p:cNvPr id="10" name="Date Placeholder 9">
            <a:extLst>
              <a:ext uri="{FF2B5EF4-FFF2-40B4-BE49-F238E27FC236}">
                <a16:creationId xmlns:a16="http://schemas.microsoft.com/office/drawing/2014/main" id="{00431E1F-9861-6E9A-6FDA-9450A0A9109C}"/>
              </a:ext>
            </a:extLst>
          </p:cNvPr>
          <p:cNvSpPr>
            <a:spLocks noGrp="1"/>
          </p:cNvSpPr>
          <p:nvPr>
            <p:ph type="dt" sz="half" idx="14"/>
          </p:nvPr>
        </p:nvSpPr>
        <p:spPr>
          <a:xfrm>
            <a:off x="4617720" y="6318504"/>
            <a:ext cx="2153412" cy="365760"/>
          </a:xfrm>
        </p:spPr>
        <p:txBody>
          <a:bodyPr/>
          <a:lstStyle/>
          <a:p>
            <a:fld id="{3AEEF7F6-ECFE-4473-B3E9-C91BE833927A}" type="datetimeFigureOut">
              <a:rPr lang="en-US" smtClean="0"/>
              <a:t>10/11/2025</a:t>
            </a:fld>
            <a:endParaRPr lang="en-US"/>
          </a:p>
        </p:txBody>
      </p:sp>
      <p:sp>
        <p:nvSpPr>
          <p:cNvPr id="12" name="Slide Number Placeholder 11">
            <a:extLst>
              <a:ext uri="{FF2B5EF4-FFF2-40B4-BE49-F238E27FC236}">
                <a16:creationId xmlns:a16="http://schemas.microsoft.com/office/drawing/2014/main" id="{43C4D8A9-0078-62DC-A293-9B6083ED649D}"/>
              </a:ext>
            </a:extLst>
          </p:cNvPr>
          <p:cNvSpPr>
            <a:spLocks noGrp="1"/>
          </p:cNvSpPr>
          <p:nvPr>
            <p:ph type="sldNum" sz="quarter" idx="16"/>
          </p:nvPr>
        </p:nvSpPr>
        <p:spPr>
          <a:xfrm>
            <a:off x="6688836" y="6318504"/>
            <a:ext cx="493776" cy="365760"/>
          </a:xfrm>
        </p:spPr>
        <p:txBody>
          <a:bodyPr/>
          <a:lstStyle/>
          <a:p>
            <a:fld id="{5DAD859A-2C66-45B9-9A71-3CF205EC2D4A}" type="slidenum">
              <a:rPr lang="en-US" smtClean="0"/>
              <a:t>‹#›</a:t>
            </a:fld>
            <a:endParaRPr lang="en-US"/>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7534656" y="0"/>
            <a:ext cx="4657344" cy="6858000"/>
          </a:xfrm>
          <a:blipFill>
            <a:blip r:embed="rId2">
              <a:alphaModFix amt="70000"/>
            </a:blip>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83487447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3EACE7F8-A7D9-2E2C-2B0B-0DB8D7168AAC}"/>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DB768309-21D1-59BA-F479-9F846B9A0FB2}"/>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3D94F90-5391-9976-036B-C34C2C30448C}"/>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457200"/>
            <a:ext cx="10954512" cy="731520"/>
          </a:xfrm>
        </p:spPr>
        <p:txBody>
          <a:bodyPr/>
          <a:lstStyle>
            <a:lvl1pPr>
              <a:defRPr>
                <a:gradFill>
                  <a:gsLst>
                    <a:gs pos="0">
                      <a:schemeClr val="accent5"/>
                    </a:gs>
                    <a:gs pos="100000">
                      <a:schemeClr val="accent2"/>
                    </a:gs>
                  </a:gsLst>
                  <a:lin ang="13800000" scaled="0"/>
                </a:gra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12648" y="1362455"/>
            <a:ext cx="10954512" cy="495604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9BEDC843-90AD-36D3-6615-3505603F8E22}"/>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852C5F7B-97CA-C06C-A155-E4BC307DB0FB}"/>
              </a:ext>
            </a:extLst>
          </p:cNvPr>
          <p:cNvSpPr>
            <a:spLocks noGrp="1"/>
          </p:cNvSpPr>
          <p:nvPr>
            <p:ph type="dt" sz="half" idx="10"/>
          </p:nvPr>
        </p:nvSpPr>
        <p:spPr/>
        <p:txBody>
          <a:bodyPr/>
          <a:lstStyle/>
          <a:p>
            <a:fld id="{3AEEF7F6-ECFE-4473-B3E9-C91BE833927A}" type="datetimeFigureOut">
              <a:rPr lang="en-US" smtClean="0"/>
              <a:t>10/11/2025</a:t>
            </a:fld>
            <a:endParaRPr lang="en-US"/>
          </a:p>
        </p:txBody>
      </p:sp>
      <p:sp>
        <p:nvSpPr>
          <p:cNvPr id="9" name="Slide Number Placeholder 8">
            <a:extLst>
              <a:ext uri="{FF2B5EF4-FFF2-40B4-BE49-F238E27FC236}">
                <a16:creationId xmlns:a16="http://schemas.microsoft.com/office/drawing/2014/main" id="{DB324737-C1DF-CE60-245E-385E02AC2FB0}"/>
              </a:ext>
            </a:extLst>
          </p:cNvPr>
          <p:cNvSpPr>
            <a:spLocks noGrp="1"/>
          </p:cNvSpPr>
          <p:nvPr>
            <p:ph type="sldNum" sz="quarter" idx="12"/>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71869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8247888" y="713232"/>
            <a:ext cx="3364992" cy="3227832"/>
          </a:xfrm>
        </p:spPr>
        <p:txBody>
          <a:bodyPr vert="horz" lIns="91440" tIns="45720" rIns="91440" bIns="45720" rtlCol="0" anchor="t">
            <a:normAutofit/>
          </a:bodyPr>
          <a:lstStyle>
            <a:lvl1pPr>
              <a:defRPr lang="en-US" sz="4000" dirty="0">
                <a:gradFill>
                  <a:gsLst>
                    <a:gs pos="0">
                      <a:schemeClr val="accent2"/>
                    </a:gs>
                    <a:gs pos="100000">
                      <a:schemeClr val="accent5"/>
                    </a:gs>
                  </a:gsLst>
                  <a:lin ang="15600000" scaled="0"/>
                </a:gra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247888" y="5138927"/>
            <a:ext cx="3200400" cy="1197864"/>
          </a:xfrm>
        </p:spPr>
        <p:txBody>
          <a:bodyPr vert="horz" lIns="91440" tIns="45720" rIns="91440" bIns="45720" rtlCol="0">
            <a:normAutofit/>
          </a:bodyPr>
          <a:lstStyle>
            <a:lvl1pPr marL="0" indent="0">
              <a:buNone/>
              <a:defRPr lang="en-US" sz="2000" dirty="0"/>
            </a:lvl1pPr>
          </a:lstStyle>
          <a:p>
            <a:pPr lvl="0"/>
            <a:r>
              <a:rPr lang="en-US"/>
              <a:t>Click to edit Master subtitle style</a:t>
            </a:r>
            <a:endParaRPr lang="en-US" dirty="0"/>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7548451" cy="6858000"/>
          </a:xfrm>
          <a:blipFill>
            <a:blip r:embed="rId2">
              <a:alphaModFix amt="70000"/>
            </a:blip>
            <a:stretch>
              <a:fillRect/>
            </a:stretch>
          </a:blipFill>
        </p:spPr>
        <p:txBody>
          <a:bodyPr/>
          <a:lstStyle>
            <a:lvl1pPr marL="0" indent="0">
              <a:buNone/>
              <a:defRPr/>
            </a:lvl1pPr>
          </a:lstStyle>
          <a:p>
            <a:r>
              <a:rPr lang="en-US" dirty="0"/>
              <a:t> </a:t>
            </a:r>
          </a:p>
        </p:txBody>
      </p:sp>
      <p:grpSp>
        <p:nvGrpSpPr>
          <p:cNvPr id="7" name="Group 6">
            <a:extLst>
              <a:ext uri="{FF2B5EF4-FFF2-40B4-BE49-F238E27FC236}">
                <a16:creationId xmlns:a16="http://schemas.microsoft.com/office/drawing/2014/main" id="{9BCBE317-7590-8646-B2DB-5BED6EE8A19B}"/>
              </a:ext>
              <a:ext uri="{C183D7F6-B498-43B3-948B-1728B52AA6E4}">
                <adec:decorative xmlns:adec="http://schemas.microsoft.com/office/drawing/2017/decorative" val="1"/>
              </a:ext>
            </a:extLst>
          </p:cNvPr>
          <p:cNvGrpSpPr/>
          <p:nvPr/>
        </p:nvGrpSpPr>
        <p:grpSpPr>
          <a:xfrm rot="5400000">
            <a:off x="4181134" y="3367319"/>
            <a:ext cx="6858000" cy="123363"/>
            <a:chOff x="-5025" y="6737718"/>
            <a:chExt cx="12207200" cy="123363"/>
          </a:xfrm>
        </p:grpSpPr>
        <p:sp>
          <p:nvSpPr>
            <p:cNvPr id="8" name="Rectangle 7">
              <a:extLst>
                <a:ext uri="{FF2B5EF4-FFF2-40B4-BE49-F238E27FC236}">
                  <a16:creationId xmlns:a16="http://schemas.microsoft.com/office/drawing/2014/main" id="{55B255D3-4FB2-87A8-E502-9CDE10990A39}"/>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FD15F704-CD21-A249-03F6-4F036D21400B}"/>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Footer Placeholder 4">
            <a:extLst>
              <a:ext uri="{FF2B5EF4-FFF2-40B4-BE49-F238E27FC236}">
                <a16:creationId xmlns:a16="http://schemas.microsoft.com/office/drawing/2014/main" id="{6B30B7E9-D8D3-BC56-A758-6C86B58C0AC5}"/>
              </a:ext>
            </a:extLst>
          </p:cNvPr>
          <p:cNvSpPr>
            <a:spLocks noGrp="1"/>
          </p:cNvSpPr>
          <p:nvPr>
            <p:ph type="ftr" sz="quarter" idx="15"/>
          </p:nvPr>
        </p:nvSpPr>
        <p:spPr>
          <a:xfrm>
            <a:off x="8247888" y="6318504"/>
            <a:ext cx="2459736" cy="365760"/>
          </a:xfrm>
        </p:spPr>
        <p:txBody>
          <a:bodyPr/>
          <a:lstStyle/>
          <a:p>
            <a:endParaRPr lang="en-US"/>
          </a:p>
        </p:txBody>
      </p:sp>
      <p:sp>
        <p:nvSpPr>
          <p:cNvPr id="4" name="Date Placeholder 3">
            <a:extLst>
              <a:ext uri="{FF2B5EF4-FFF2-40B4-BE49-F238E27FC236}">
                <a16:creationId xmlns:a16="http://schemas.microsoft.com/office/drawing/2014/main" id="{3D4FF974-138E-88CF-9001-1A07C67D1DFD}"/>
              </a:ext>
            </a:extLst>
          </p:cNvPr>
          <p:cNvSpPr>
            <a:spLocks noGrp="1"/>
          </p:cNvSpPr>
          <p:nvPr>
            <p:ph type="dt" sz="half" idx="14"/>
          </p:nvPr>
        </p:nvSpPr>
        <p:spPr>
          <a:xfrm>
            <a:off x="10707624" y="6318504"/>
            <a:ext cx="859536" cy="365760"/>
          </a:xfrm>
        </p:spPr>
        <p:txBody>
          <a:bodyPr/>
          <a:lstStyle/>
          <a:p>
            <a:fld id="{3AEEF7F6-ECFE-4473-B3E9-C91BE833927A}" type="datetimeFigureOut">
              <a:rPr lang="en-US" smtClean="0"/>
              <a:t>10/11/2025</a:t>
            </a:fld>
            <a:endParaRPr lang="en-US"/>
          </a:p>
        </p:txBody>
      </p:sp>
      <p:sp>
        <p:nvSpPr>
          <p:cNvPr id="6" name="Slide Number Placeholder 5">
            <a:extLst>
              <a:ext uri="{FF2B5EF4-FFF2-40B4-BE49-F238E27FC236}">
                <a16:creationId xmlns:a16="http://schemas.microsoft.com/office/drawing/2014/main" id="{E1DA7CD4-7B92-1CD1-A9F0-94B053972CA3}"/>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72575591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bg>
      <p:bgRef idx="1001">
        <a:schemeClr val="bg1"/>
      </p:bgRef>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EAB82C7-4740-BEAB-85E9-C816E1CDC453}"/>
              </a:ext>
              <a:ext uri="{C183D7F6-B498-43B3-948B-1728B52AA6E4}">
                <adec:decorative xmlns:adec="http://schemas.microsoft.com/office/drawing/2017/decorative" val="1"/>
              </a:ext>
            </a:extLst>
          </p:cNvPr>
          <p:cNvGrpSpPr/>
          <p:nvPr/>
        </p:nvGrpSpPr>
        <p:grpSpPr>
          <a:xfrm rot="10800000">
            <a:off x="0" y="4492680"/>
            <a:ext cx="12207200" cy="123363"/>
            <a:chOff x="-5025" y="6737718"/>
            <a:chExt cx="12207200" cy="123363"/>
          </a:xfrm>
        </p:grpSpPr>
        <p:sp>
          <p:nvSpPr>
            <p:cNvPr id="5" name="Rectangle 4">
              <a:extLst>
                <a:ext uri="{FF2B5EF4-FFF2-40B4-BE49-F238E27FC236}">
                  <a16:creationId xmlns:a16="http://schemas.microsoft.com/office/drawing/2014/main" id="{0B7E10D0-EE9E-6432-2C4D-0324DE19518E}"/>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63B4BE8-5DA5-6F2B-0DB6-7901D4547F64}"/>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22732" y="4965192"/>
            <a:ext cx="11146536" cy="786384"/>
          </a:xfrm>
        </p:spPr>
        <p:txBody>
          <a:bodyPr anchor="b">
            <a:normAutofit/>
          </a:bodyPr>
          <a:lstStyle>
            <a:lvl1pPr algn="ctr">
              <a:defRPr sz="3600">
                <a:solidFill>
                  <a:schemeClr val="tx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143000" y="5806440"/>
            <a:ext cx="9902952" cy="576072"/>
          </a:xfrm>
        </p:spPr>
        <p:txBody>
          <a:bodyPr anchor="t">
            <a:normAutofit/>
          </a:bodyPr>
          <a:lstStyle>
            <a:lvl1pPr marL="0" indent="0" algn="ctr">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12188952" cy="4492679"/>
          </a:xfrm>
          <a:blipFill>
            <a:blip r:embed="rId2">
              <a:alphaModFix amt="70000"/>
            </a:blip>
            <a:stretch>
              <a:fillRect/>
            </a:stretch>
          </a:blipFill>
        </p:spPr>
        <p:txBody>
          <a:bodyPr/>
          <a:lstStyle>
            <a:lvl1pPr marL="0" indent="0">
              <a:buNone/>
              <a:defRPr/>
            </a:lvl1pPr>
          </a:lstStyle>
          <a:p>
            <a:r>
              <a:rPr lang="en-US" dirty="0"/>
              <a:t> </a:t>
            </a:r>
          </a:p>
        </p:txBody>
      </p:sp>
      <p:sp>
        <p:nvSpPr>
          <p:cNvPr id="8" name="Footer Placeholder 7">
            <a:extLst>
              <a:ext uri="{FF2B5EF4-FFF2-40B4-BE49-F238E27FC236}">
                <a16:creationId xmlns:a16="http://schemas.microsoft.com/office/drawing/2014/main" id="{E972D5EE-6935-237E-C4A2-C61261249F33}"/>
              </a:ext>
            </a:extLst>
          </p:cNvPr>
          <p:cNvSpPr>
            <a:spLocks noGrp="1"/>
          </p:cNvSpPr>
          <p:nvPr>
            <p:ph type="ftr" sz="quarter" idx="15"/>
          </p:nvPr>
        </p:nvSpPr>
        <p:spPr/>
        <p:txBody>
          <a:bodyPr/>
          <a:lstStyle/>
          <a:p>
            <a:endParaRPr lang="en-US"/>
          </a:p>
        </p:txBody>
      </p:sp>
      <p:sp>
        <p:nvSpPr>
          <p:cNvPr id="7" name="Date Placeholder 6">
            <a:extLst>
              <a:ext uri="{FF2B5EF4-FFF2-40B4-BE49-F238E27FC236}">
                <a16:creationId xmlns:a16="http://schemas.microsoft.com/office/drawing/2014/main" id="{0F001462-21CF-5988-0554-7DB1C494B04E}"/>
              </a:ext>
            </a:extLst>
          </p:cNvPr>
          <p:cNvSpPr>
            <a:spLocks noGrp="1"/>
          </p:cNvSpPr>
          <p:nvPr>
            <p:ph type="dt" sz="half" idx="14"/>
          </p:nvPr>
        </p:nvSpPr>
        <p:spPr/>
        <p:txBody>
          <a:bodyPr/>
          <a:lstStyle/>
          <a:p>
            <a:fld id="{3AEEF7F6-ECFE-4473-B3E9-C91BE833927A}" type="datetimeFigureOut">
              <a:rPr lang="en-US" smtClean="0"/>
              <a:t>10/11/2025</a:t>
            </a:fld>
            <a:endParaRPr lang="en-US"/>
          </a:p>
        </p:txBody>
      </p:sp>
      <p:sp>
        <p:nvSpPr>
          <p:cNvPr id="13" name="Slide Number Placeholder 12">
            <a:extLst>
              <a:ext uri="{FF2B5EF4-FFF2-40B4-BE49-F238E27FC236}">
                <a16:creationId xmlns:a16="http://schemas.microsoft.com/office/drawing/2014/main" id="{C81CEA4D-A8A1-D4D2-8F28-C83469372446}"/>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80452508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429768"/>
            <a:ext cx="9336024" cy="3776472"/>
          </a:xfrm>
        </p:spPr>
        <p:txBody>
          <a:bodyPr vert="horz" lIns="91440" tIns="45720" rIns="91440" bIns="45720" rtlCol="0" anchor="t">
            <a:normAutofit/>
          </a:bodyPr>
          <a:lstStyle>
            <a:lvl1pPr>
              <a:defRPr lang="en-US" sz="8000" dirty="0">
                <a:gradFill>
                  <a:gsLst>
                    <a:gs pos="0">
                      <a:schemeClr val="accent5"/>
                    </a:gs>
                    <a:gs pos="100000">
                      <a:schemeClr val="accent2"/>
                    </a:gs>
                  </a:gsLst>
                  <a:lin ang="6000000" scaled="0"/>
                </a:gra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63440"/>
            <a:ext cx="6903720" cy="1344168"/>
          </a:xfrm>
        </p:spPr>
        <p:txBody>
          <a:bodyPr vert="horz" lIns="91440" tIns="45720" rIns="91440" bIns="45720" rtlCol="0" anchor="ctr">
            <a:normAutofit/>
          </a:bodyPr>
          <a:lstStyle>
            <a:lvl1pPr marL="0" indent="0">
              <a:buNone/>
              <a:defRPr lang="en-US" sz="2000" dirty="0"/>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0AAE0C5-AA7D-C4A0-BB09-3D328C8523AC}"/>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F8454691-E40E-1B02-C9B2-FD70013E0175}"/>
              </a:ext>
            </a:extLst>
          </p:cNvPr>
          <p:cNvSpPr>
            <a:spLocks noGrp="1"/>
          </p:cNvSpPr>
          <p:nvPr>
            <p:ph type="dt" sz="half" idx="10"/>
          </p:nvPr>
        </p:nvSpPr>
        <p:spPr/>
        <p:txBody>
          <a:bodyPr/>
          <a:lstStyle/>
          <a:p>
            <a:fld id="{3AEEF7F6-ECFE-4473-B3E9-C91BE833927A}" type="datetimeFigureOut">
              <a:rPr lang="en-US" smtClean="0"/>
              <a:t>10/11/2025</a:t>
            </a:fld>
            <a:endParaRPr lang="en-US"/>
          </a:p>
        </p:txBody>
      </p:sp>
      <p:sp>
        <p:nvSpPr>
          <p:cNvPr id="6" name="Slide Number Placeholder 5">
            <a:extLst>
              <a:ext uri="{FF2B5EF4-FFF2-40B4-BE49-F238E27FC236}">
                <a16:creationId xmlns:a16="http://schemas.microsoft.com/office/drawing/2014/main" id="{8D766BF4-6BB2-066C-5243-2D5CF17BA496}"/>
              </a:ext>
            </a:extLst>
          </p:cNvPr>
          <p:cNvSpPr>
            <a:spLocks noGrp="1"/>
          </p:cNvSpPr>
          <p:nvPr>
            <p:ph type="sldNum" sz="quarter" idx="12"/>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93527206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429768"/>
            <a:ext cx="9336024" cy="3776472"/>
          </a:xfrm>
        </p:spPr>
        <p:txBody>
          <a:bodyPr vert="horz" lIns="91440" tIns="45720" rIns="91440" bIns="45720" rtlCol="0" anchor="b">
            <a:normAutofit/>
          </a:bodyPr>
          <a:lstStyle>
            <a:lvl1pPr>
              <a:defRPr lang="en-US" sz="8000" dirty="0">
                <a:gradFill>
                  <a:gsLst>
                    <a:gs pos="0">
                      <a:schemeClr val="accent5"/>
                    </a:gs>
                    <a:gs pos="100000">
                      <a:schemeClr val="accent2"/>
                    </a:gs>
                  </a:gsLst>
                  <a:lin ang="6000000" scaled="0"/>
                </a:gra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63440"/>
            <a:ext cx="6903720" cy="1344168"/>
          </a:xfrm>
        </p:spPr>
        <p:txBody>
          <a:bodyPr vert="horz" lIns="91440" tIns="45720" rIns="91440" bIns="45720" rtlCol="0" anchor="t">
            <a:normAutofit/>
          </a:bodyPr>
          <a:lstStyle>
            <a:lvl1pPr marL="0" indent="0">
              <a:buNone/>
              <a:defRPr lang="en-US" sz="2000" dirty="0"/>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0AAE0C5-AA7D-C4A0-BB09-3D328C8523AC}"/>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F8454691-E40E-1B02-C9B2-FD70013E0175}"/>
              </a:ext>
            </a:extLst>
          </p:cNvPr>
          <p:cNvSpPr>
            <a:spLocks noGrp="1"/>
          </p:cNvSpPr>
          <p:nvPr>
            <p:ph type="dt" sz="half" idx="10"/>
          </p:nvPr>
        </p:nvSpPr>
        <p:spPr/>
        <p:txBody>
          <a:bodyPr/>
          <a:lstStyle/>
          <a:p>
            <a:fld id="{3AEEF7F6-ECFE-4473-B3E9-C91BE833927A}" type="datetimeFigureOut">
              <a:rPr lang="en-US" smtClean="0"/>
              <a:t>10/11/2025</a:t>
            </a:fld>
            <a:endParaRPr lang="en-US"/>
          </a:p>
        </p:txBody>
      </p:sp>
      <p:sp>
        <p:nvSpPr>
          <p:cNvPr id="6" name="Slide Number Placeholder 5">
            <a:extLst>
              <a:ext uri="{FF2B5EF4-FFF2-40B4-BE49-F238E27FC236}">
                <a16:creationId xmlns:a16="http://schemas.microsoft.com/office/drawing/2014/main" id="{8D766BF4-6BB2-066C-5243-2D5CF17BA496}"/>
              </a:ext>
            </a:extLst>
          </p:cNvPr>
          <p:cNvSpPr>
            <a:spLocks noGrp="1"/>
          </p:cNvSpPr>
          <p:nvPr>
            <p:ph type="sldNum" sz="quarter" idx="12"/>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22651778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3">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A219385-CEEC-20A5-C72F-B13448DE6E0F}"/>
              </a:ext>
            </a:extLst>
          </p:cNvPr>
          <p:cNvSpPr/>
          <p:nvPr/>
        </p:nvSpPr>
        <p:spPr>
          <a:xfrm>
            <a:off x="0" y="-12003"/>
            <a:ext cx="1219200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9FFFB07-15C3-5030-73A7-6D0EBC2FB180}"/>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FFC67F9-A48C-BB0E-03C5-9C32A6BB8C5D}"/>
              </a:ext>
            </a:extLst>
          </p:cNvPr>
          <p:cNvSpPr/>
          <p:nvPr/>
        </p:nvSpPr>
        <p:spPr>
          <a:xfrm rot="16200000" flipH="1">
            <a:off x="2660997" y="-2673001"/>
            <a:ext cx="6870003" cy="12192002"/>
          </a:xfrm>
          <a:prstGeom prst="rect">
            <a:avLst/>
          </a:prstGeom>
          <a:gradFill>
            <a:gsLst>
              <a:gs pos="0">
                <a:schemeClr val="accent2"/>
              </a:gs>
              <a:gs pos="94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Rectangle 8">
            <a:extLst>
              <a:ext uri="{FF2B5EF4-FFF2-40B4-BE49-F238E27FC236}">
                <a16:creationId xmlns:a16="http://schemas.microsoft.com/office/drawing/2014/main" id="{8A2436E8-8599-9171-B0E5-3A3CED0AE2C4}"/>
              </a:ext>
            </a:extLst>
          </p:cNvPr>
          <p:cNvSpPr/>
          <p:nvPr/>
        </p:nvSpPr>
        <p:spPr>
          <a:xfrm rot="5400000" flipH="1">
            <a:off x="2719785" y="-1537266"/>
            <a:ext cx="5669226" cy="11108800"/>
          </a:xfrm>
          <a:prstGeom prst="rect">
            <a:avLst/>
          </a:prstGeom>
          <a:gradFill flip="none" rotWithShape="1">
            <a:gsLst>
              <a:gs pos="0">
                <a:schemeClr val="accent5">
                  <a:lumMod val="75000"/>
                  <a:alpha val="90000"/>
                </a:schemeClr>
              </a:gs>
              <a:gs pos="39000">
                <a:schemeClr val="accent5">
                  <a:lumMod val="60000"/>
                  <a:lumOff val="40000"/>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9D052CAB-57CB-D9A8-5BBE-F7898C5ECEE0}"/>
              </a:ext>
              <a:ext uri="{C183D7F6-B498-43B3-948B-1728B52AA6E4}">
                <adec:decorative xmlns:adec="http://schemas.microsoft.com/office/drawing/2017/decorative" val="1"/>
              </a:ext>
            </a:extLst>
          </p:cNvPr>
          <p:cNvSpPr/>
          <p:nvPr/>
        </p:nvSpPr>
        <p:spPr>
          <a:xfrm rot="16200000" flipH="1">
            <a:off x="-648303" y="636301"/>
            <a:ext cx="6870003" cy="5573396"/>
          </a:xfrm>
          <a:prstGeom prst="rect">
            <a:avLst/>
          </a:prstGeom>
          <a:gradFill flip="none" rotWithShape="1">
            <a:gsLst>
              <a:gs pos="2000">
                <a:schemeClr val="accent2">
                  <a:lumMod val="75000"/>
                </a:schemeClr>
              </a:gs>
              <a:gs pos="37000">
                <a:schemeClr val="accent2">
                  <a:alpha val="0"/>
                </a:schemeClr>
              </a:gs>
            </a:gsLst>
            <a:lin ang="36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429768"/>
            <a:ext cx="9336024" cy="3776472"/>
          </a:xfrm>
        </p:spPr>
        <p:txBody>
          <a:bodyPr vert="horz" lIns="91440" tIns="45720" rIns="91440" bIns="45720" rtlCol="0" anchor="t">
            <a:normAutofit/>
          </a:bodyPr>
          <a:lstStyle>
            <a:lvl1pPr>
              <a:defRPr lang="en-US" sz="8000" dirty="0">
                <a:solidFill>
                  <a:schemeClr val="tx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63440"/>
            <a:ext cx="6903720" cy="1344168"/>
          </a:xfrm>
        </p:spPr>
        <p:txBody>
          <a:bodyPr vert="horz" lIns="91440" tIns="45720" rIns="91440" bIns="45720" rtlCol="0" anchor="ctr">
            <a:normAutofit/>
          </a:bodyPr>
          <a:lstStyle>
            <a:lvl1pPr marL="0" indent="0">
              <a:buNone/>
              <a:defRPr lang="en-US" sz="2000" dirty="0">
                <a:solidFill>
                  <a:schemeClr val="tx1"/>
                </a:solidFill>
              </a:defRPr>
            </a:lvl1pPr>
          </a:lstStyle>
          <a:p>
            <a:pPr lvl="0"/>
            <a:r>
              <a:rPr lang="en-US"/>
              <a:t>Click to edit Master subtitle style</a:t>
            </a:r>
            <a:endParaRPr lang="en-US" dirty="0"/>
          </a:p>
        </p:txBody>
      </p:sp>
      <p:sp>
        <p:nvSpPr>
          <p:cNvPr id="12" name="Footer Placeholder 11">
            <a:extLst>
              <a:ext uri="{FF2B5EF4-FFF2-40B4-BE49-F238E27FC236}">
                <a16:creationId xmlns:a16="http://schemas.microsoft.com/office/drawing/2014/main" id="{1EF90BDF-2A3B-8AD7-6EE4-11ED28664F7A}"/>
              </a:ext>
            </a:extLst>
          </p:cNvPr>
          <p:cNvSpPr>
            <a:spLocks noGrp="1"/>
          </p:cNvSpPr>
          <p:nvPr>
            <p:ph type="ftr" sz="quarter" idx="11"/>
          </p:nvPr>
        </p:nvSpPr>
        <p:spPr/>
        <p:txBody>
          <a:bodyPr/>
          <a:lstStyle>
            <a:lvl1pPr>
              <a:defRPr>
                <a:solidFill>
                  <a:schemeClr val="tx1"/>
                </a:solidFill>
              </a:defRPr>
            </a:lvl1pPr>
          </a:lstStyle>
          <a:p>
            <a:endParaRPr lang="en-US"/>
          </a:p>
        </p:txBody>
      </p:sp>
      <p:sp>
        <p:nvSpPr>
          <p:cNvPr id="11" name="Date Placeholder 10">
            <a:extLst>
              <a:ext uri="{FF2B5EF4-FFF2-40B4-BE49-F238E27FC236}">
                <a16:creationId xmlns:a16="http://schemas.microsoft.com/office/drawing/2014/main" id="{81B66C1B-A1AD-A2BC-11D8-9AEA5E834AAC}"/>
              </a:ext>
            </a:extLst>
          </p:cNvPr>
          <p:cNvSpPr>
            <a:spLocks noGrp="1"/>
          </p:cNvSpPr>
          <p:nvPr>
            <p:ph type="dt" sz="half" idx="10"/>
          </p:nvPr>
        </p:nvSpPr>
        <p:spPr/>
        <p:txBody>
          <a:bodyPr/>
          <a:lstStyle>
            <a:lvl1pPr>
              <a:defRPr>
                <a:solidFill>
                  <a:schemeClr val="tx1"/>
                </a:solidFill>
              </a:defRPr>
            </a:lvl1pPr>
          </a:lstStyle>
          <a:p>
            <a:fld id="{3AEEF7F6-ECFE-4473-B3E9-C91BE833927A}" type="datetimeFigureOut">
              <a:rPr lang="en-US" smtClean="0"/>
              <a:t>10/11/2025</a:t>
            </a:fld>
            <a:endParaRPr lang="en-US"/>
          </a:p>
        </p:txBody>
      </p:sp>
      <p:sp>
        <p:nvSpPr>
          <p:cNvPr id="13" name="Slide Number Placeholder 12">
            <a:extLst>
              <a:ext uri="{FF2B5EF4-FFF2-40B4-BE49-F238E27FC236}">
                <a16:creationId xmlns:a16="http://schemas.microsoft.com/office/drawing/2014/main" id="{9A384A4A-7C42-E7AC-02FD-B65B61D21490}"/>
              </a:ext>
            </a:extLst>
          </p:cNvPr>
          <p:cNvSpPr>
            <a:spLocks noGrp="1"/>
          </p:cNvSpPr>
          <p:nvPr>
            <p:ph type="sldNum" sz="quarter" idx="12"/>
          </p:nvPr>
        </p:nvSpPr>
        <p:spPr/>
        <p:txBody>
          <a:bodyPr/>
          <a:lstStyle>
            <a:lvl1pPr>
              <a:defRPr>
                <a:solidFill>
                  <a:schemeClr val="tx1"/>
                </a:solidFill>
              </a:defRPr>
            </a:lvl1pPr>
          </a:lstStyle>
          <a:p>
            <a:fld id="{5DAD859A-2C66-45B9-9A71-3CF205EC2D4A}" type="slidenum">
              <a:rPr lang="en-US" smtClean="0"/>
              <a:t>‹#›</a:t>
            </a:fld>
            <a:endParaRPr lang="en-US"/>
          </a:p>
        </p:txBody>
      </p:sp>
    </p:spTree>
    <p:extLst>
      <p:ext uri="{BB962C8B-B14F-4D97-AF65-F5344CB8AC3E}">
        <p14:creationId xmlns:p14="http://schemas.microsoft.com/office/powerpoint/2010/main" val="350439502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4F65FF0-EE88-E48A-1552-AF2B228EADC6}"/>
              </a:ext>
            </a:extLst>
          </p:cNvPr>
          <p:cNvSpPr/>
          <p:nvPr/>
        </p:nvSpPr>
        <p:spPr>
          <a:xfrm>
            <a:off x="0" y="0"/>
            <a:ext cx="12192000" cy="6857999"/>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3D93006-CD9A-ACB8-4DFF-755585BD51C6}"/>
              </a:ext>
            </a:extLst>
          </p:cNvPr>
          <p:cNvSpPr/>
          <p:nvPr/>
        </p:nvSpPr>
        <p:spPr>
          <a:xfrm rot="5400000" flipH="1" flipV="1">
            <a:off x="2657856" y="-2666214"/>
            <a:ext cx="6876288" cy="12192001"/>
          </a:xfrm>
          <a:prstGeom prst="rect">
            <a:avLst/>
          </a:prstGeom>
          <a:gradFill>
            <a:gsLst>
              <a:gs pos="13000">
                <a:schemeClr val="accent2"/>
              </a:gs>
              <a:gs pos="100000">
                <a:schemeClr val="accent5"/>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6" name="Rectangle 5">
            <a:extLst>
              <a:ext uri="{FF2B5EF4-FFF2-40B4-BE49-F238E27FC236}">
                <a16:creationId xmlns:a16="http://schemas.microsoft.com/office/drawing/2014/main" id="{3B71B6E1-2B98-87C0-C97D-DC19E754324D}"/>
              </a:ext>
            </a:extLst>
          </p:cNvPr>
          <p:cNvSpPr/>
          <p:nvPr/>
        </p:nvSpPr>
        <p:spPr>
          <a:xfrm rot="16200000" flipH="1" flipV="1">
            <a:off x="2144989" y="-2153344"/>
            <a:ext cx="5473326" cy="9763303"/>
          </a:xfrm>
          <a:prstGeom prst="rect">
            <a:avLst/>
          </a:prstGeom>
          <a:gradFill flip="none" rotWithShape="1">
            <a:gsLst>
              <a:gs pos="0">
                <a:schemeClr val="accent5">
                  <a:lumMod val="75000"/>
                  <a:alpha val="68000"/>
                </a:schemeClr>
              </a:gs>
              <a:gs pos="45000">
                <a:schemeClr val="accent5">
                  <a:lumMod val="60000"/>
                  <a:lumOff val="40000"/>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7" name="Rectangle 6">
            <a:extLst>
              <a:ext uri="{FF2B5EF4-FFF2-40B4-BE49-F238E27FC236}">
                <a16:creationId xmlns:a16="http://schemas.microsoft.com/office/drawing/2014/main" id="{A35B8330-0A40-6340-3205-86A38459537F}"/>
              </a:ext>
            </a:extLst>
          </p:cNvPr>
          <p:cNvSpPr/>
          <p:nvPr/>
        </p:nvSpPr>
        <p:spPr>
          <a:xfrm flipV="1">
            <a:off x="1031672" y="2962966"/>
            <a:ext cx="11160328" cy="3895034"/>
          </a:xfrm>
          <a:prstGeom prst="rect">
            <a:avLst/>
          </a:prstGeom>
          <a:gradFill>
            <a:gsLst>
              <a:gs pos="0">
                <a:schemeClr val="accent5">
                  <a:lumMod val="75000"/>
                </a:schemeClr>
              </a:gs>
              <a:gs pos="42000">
                <a:schemeClr val="accent5">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 name="Rectangle 12">
            <a:extLst>
              <a:ext uri="{FF2B5EF4-FFF2-40B4-BE49-F238E27FC236}">
                <a16:creationId xmlns:a16="http://schemas.microsoft.com/office/drawing/2014/main" id="{DA413373-13C5-71D9-C45A-699B0F451355}"/>
              </a:ext>
              <a:ext uri="{C183D7F6-B498-43B3-948B-1728B52AA6E4}">
                <adec:decorative xmlns:adec="http://schemas.microsoft.com/office/drawing/2017/decorative" val="1"/>
              </a:ext>
            </a:extLst>
          </p:cNvPr>
          <p:cNvSpPr/>
          <p:nvPr/>
        </p:nvSpPr>
        <p:spPr>
          <a:xfrm rot="5400000" flipH="1" flipV="1">
            <a:off x="1233479" y="361146"/>
            <a:ext cx="5263375" cy="7730333"/>
          </a:xfrm>
          <a:prstGeom prst="rect">
            <a:avLst/>
          </a:prstGeom>
          <a:gradFill flip="none" rotWithShape="1">
            <a:gsLst>
              <a:gs pos="8000">
                <a:schemeClr val="accent2">
                  <a:lumMod val="75000"/>
                </a:schemeClr>
              </a:gs>
              <a:gs pos="50000">
                <a:schemeClr val="accent2">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612648" y="2093976"/>
            <a:ext cx="8229600" cy="4178808"/>
          </a:xfrm>
        </p:spPr>
        <p:txBody>
          <a:bodyPr vert="horz" lIns="91440" tIns="45720" rIns="91440" bIns="45720" rtlCol="0" anchor="b">
            <a:normAutofit/>
          </a:bodyPr>
          <a:lstStyle>
            <a:lvl1pPr>
              <a:defRPr lang="en-US" sz="6600" dirty="0">
                <a:solidFill>
                  <a:schemeClr val="tx1"/>
                </a:solidFill>
              </a:defRPr>
            </a:lvl1pPr>
          </a:lstStyle>
          <a:p>
            <a:pPr lvl="0"/>
            <a:r>
              <a:rPr lang="en-US"/>
              <a:t>Click to edit Master title style</a:t>
            </a:r>
            <a:endParaRPr lang="en-US" dirty="0"/>
          </a:p>
        </p:txBody>
      </p:sp>
      <p:sp>
        <p:nvSpPr>
          <p:cNvPr id="15" name="Footer Placeholder 14">
            <a:extLst>
              <a:ext uri="{FF2B5EF4-FFF2-40B4-BE49-F238E27FC236}">
                <a16:creationId xmlns:a16="http://schemas.microsoft.com/office/drawing/2014/main" id="{C3B3753E-6E60-F731-58BF-7C4D0497E939}"/>
              </a:ext>
            </a:extLst>
          </p:cNvPr>
          <p:cNvSpPr>
            <a:spLocks noGrp="1"/>
          </p:cNvSpPr>
          <p:nvPr>
            <p:ph type="ftr" sz="quarter" idx="11"/>
          </p:nvPr>
        </p:nvSpPr>
        <p:spPr/>
        <p:txBody>
          <a:bodyPr/>
          <a:lstStyle>
            <a:lvl1pPr>
              <a:defRPr>
                <a:solidFill>
                  <a:schemeClr val="tx1"/>
                </a:solidFill>
              </a:defRPr>
            </a:lvl1pPr>
          </a:lstStyle>
          <a:p>
            <a:endParaRPr lang="en-US"/>
          </a:p>
        </p:txBody>
      </p:sp>
      <p:sp>
        <p:nvSpPr>
          <p:cNvPr id="14" name="Date Placeholder 13">
            <a:extLst>
              <a:ext uri="{FF2B5EF4-FFF2-40B4-BE49-F238E27FC236}">
                <a16:creationId xmlns:a16="http://schemas.microsoft.com/office/drawing/2014/main" id="{08CEB89B-6066-557A-EBEC-18307AC240FE}"/>
              </a:ext>
            </a:extLst>
          </p:cNvPr>
          <p:cNvSpPr>
            <a:spLocks noGrp="1"/>
          </p:cNvSpPr>
          <p:nvPr>
            <p:ph type="dt" sz="half" idx="10"/>
          </p:nvPr>
        </p:nvSpPr>
        <p:spPr/>
        <p:txBody>
          <a:bodyPr/>
          <a:lstStyle>
            <a:lvl1pPr>
              <a:defRPr>
                <a:solidFill>
                  <a:schemeClr val="tx1"/>
                </a:solidFill>
              </a:defRPr>
            </a:lvl1pPr>
          </a:lstStyle>
          <a:p>
            <a:fld id="{3AEEF7F6-ECFE-4473-B3E9-C91BE833927A}" type="datetimeFigureOut">
              <a:rPr lang="en-US" smtClean="0"/>
              <a:t>10/11/2025</a:t>
            </a:fld>
            <a:endParaRPr lang="en-US"/>
          </a:p>
        </p:txBody>
      </p:sp>
      <p:sp>
        <p:nvSpPr>
          <p:cNvPr id="16" name="Slide Number Placeholder 15">
            <a:extLst>
              <a:ext uri="{FF2B5EF4-FFF2-40B4-BE49-F238E27FC236}">
                <a16:creationId xmlns:a16="http://schemas.microsoft.com/office/drawing/2014/main" id="{C2114D5C-BE8D-24C7-4A79-C0C28376AA5F}"/>
              </a:ext>
            </a:extLst>
          </p:cNvPr>
          <p:cNvSpPr>
            <a:spLocks noGrp="1"/>
          </p:cNvSpPr>
          <p:nvPr>
            <p:ph type="sldNum" sz="quarter" idx="12"/>
          </p:nvPr>
        </p:nvSpPr>
        <p:spPr/>
        <p:txBody>
          <a:bodyPr/>
          <a:lstStyle>
            <a:lvl1pPr>
              <a:defRPr>
                <a:solidFill>
                  <a:schemeClr val="tx1"/>
                </a:solidFill>
              </a:defRPr>
            </a:lvl1pPr>
          </a:lstStyle>
          <a:p>
            <a:fld id="{5DAD859A-2C66-45B9-9A71-3CF205EC2D4A}" type="slidenum">
              <a:rPr lang="en-US" smtClean="0"/>
              <a:t>‹#›</a:t>
            </a:fld>
            <a:endParaRPr lang="en-US"/>
          </a:p>
        </p:txBody>
      </p:sp>
    </p:spTree>
    <p:extLst>
      <p:ext uri="{BB962C8B-B14F-4D97-AF65-F5344CB8AC3E}">
        <p14:creationId xmlns:p14="http://schemas.microsoft.com/office/powerpoint/2010/main" val="2747439403"/>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612646" y="2093976"/>
            <a:ext cx="8229600" cy="4178808"/>
          </a:xfrm>
        </p:spPr>
        <p:txBody>
          <a:bodyPr vert="horz" lIns="91440" tIns="45720" rIns="91440" bIns="45720" rtlCol="0" anchor="b">
            <a:normAutofit/>
          </a:bodyPr>
          <a:lstStyle>
            <a:lvl1pPr>
              <a:defRPr lang="en-US" sz="7200" dirty="0">
                <a:gradFill>
                  <a:gsLst>
                    <a:gs pos="0">
                      <a:schemeClr val="accent5"/>
                    </a:gs>
                    <a:gs pos="100000">
                      <a:schemeClr val="accent2"/>
                    </a:gs>
                  </a:gsLst>
                  <a:lin ang="6000000" scaled="0"/>
                </a:gradFill>
              </a:defRPr>
            </a:lvl1pPr>
          </a:lstStyle>
          <a:p>
            <a:pPr lvl="0"/>
            <a:r>
              <a:rPr lang="en-US"/>
              <a:t>Click to edit Master title style</a:t>
            </a:r>
            <a:endParaRPr lang="en-US" dirty="0"/>
          </a:p>
        </p:txBody>
      </p:sp>
      <p:sp>
        <p:nvSpPr>
          <p:cNvPr id="5" name="Footer Placeholder 4">
            <a:extLst>
              <a:ext uri="{FF2B5EF4-FFF2-40B4-BE49-F238E27FC236}">
                <a16:creationId xmlns:a16="http://schemas.microsoft.com/office/drawing/2014/main" id="{028F8ECD-BC5C-69B8-45CB-D6C697E807BB}"/>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57F97286-C615-453F-E284-B5C22987E2C1}"/>
              </a:ext>
            </a:extLst>
          </p:cNvPr>
          <p:cNvSpPr>
            <a:spLocks noGrp="1"/>
          </p:cNvSpPr>
          <p:nvPr>
            <p:ph type="dt" sz="half" idx="10"/>
          </p:nvPr>
        </p:nvSpPr>
        <p:spPr/>
        <p:txBody>
          <a:bodyPr/>
          <a:lstStyle/>
          <a:p>
            <a:fld id="{3AEEF7F6-ECFE-4473-B3E9-C91BE833927A}" type="datetimeFigureOut">
              <a:rPr lang="en-US" smtClean="0"/>
              <a:t>10/11/2025</a:t>
            </a:fld>
            <a:endParaRPr lang="en-US"/>
          </a:p>
        </p:txBody>
      </p:sp>
      <p:sp>
        <p:nvSpPr>
          <p:cNvPr id="6" name="Slide Number Placeholder 5">
            <a:extLst>
              <a:ext uri="{FF2B5EF4-FFF2-40B4-BE49-F238E27FC236}">
                <a16:creationId xmlns:a16="http://schemas.microsoft.com/office/drawing/2014/main" id="{96A721B8-1357-D164-0082-D2B50441B990}"/>
              </a:ext>
            </a:extLst>
          </p:cNvPr>
          <p:cNvSpPr>
            <a:spLocks noGrp="1"/>
          </p:cNvSpPr>
          <p:nvPr>
            <p:ph type="sldNum" sz="quarter" idx="12"/>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799828757"/>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Agenda">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3DF4C684-CDD4-5CA8-12DC-BB0C4BFE21EA}"/>
              </a:ext>
              <a:ext uri="{C183D7F6-B498-43B3-948B-1728B52AA6E4}">
                <adec:decorative xmlns:adec="http://schemas.microsoft.com/office/drawing/2017/decorative" val="1"/>
              </a:ext>
            </a:extLst>
          </p:cNvPr>
          <p:cNvGrpSpPr/>
          <p:nvPr/>
        </p:nvGrpSpPr>
        <p:grpSpPr>
          <a:xfrm>
            <a:off x="0" y="-4329"/>
            <a:ext cx="5056093" cy="6869586"/>
            <a:chOff x="5171844" y="-11586"/>
            <a:chExt cx="7020159" cy="6869586"/>
          </a:xfrm>
        </p:grpSpPr>
        <p:sp>
          <p:nvSpPr>
            <p:cNvPr id="4" name="Rectangle 3">
              <a:extLst>
                <a:ext uri="{FF2B5EF4-FFF2-40B4-BE49-F238E27FC236}">
                  <a16:creationId xmlns:a16="http://schemas.microsoft.com/office/drawing/2014/main" id="{F6ECDBF0-A1F0-37B6-C87A-8687287F7950}"/>
                </a:ext>
              </a:extLst>
            </p:cNvPr>
            <p:cNvSpPr/>
            <p:nvPr/>
          </p:nvSpPr>
          <p:spPr>
            <a:xfrm>
              <a:off x="5171848" y="-11580"/>
              <a:ext cx="7020152" cy="6869579"/>
            </a:xfrm>
            <a:prstGeom prst="rect">
              <a:avLst/>
            </a:prstGeom>
            <a:gradFill>
              <a:gsLst>
                <a:gs pos="7000">
                  <a:schemeClr val="accent2"/>
                </a:gs>
                <a:gs pos="100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60F90E0-14F7-6838-2C0A-149459C1D143}"/>
                </a:ext>
              </a:extLst>
            </p:cNvPr>
            <p:cNvSpPr/>
            <p:nvPr/>
          </p:nvSpPr>
          <p:spPr>
            <a:xfrm rot="10800000">
              <a:off x="6351336" y="876304"/>
              <a:ext cx="5840664" cy="5981696"/>
            </a:xfrm>
            <a:prstGeom prst="rect">
              <a:avLst/>
            </a:prstGeom>
            <a:gradFill flip="none" rotWithShape="1">
              <a:gsLst>
                <a:gs pos="0">
                  <a:schemeClr val="accent5">
                    <a:lumMod val="75000"/>
                  </a:schemeClr>
                </a:gs>
                <a:gs pos="60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0" name="Rectangle 9">
              <a:extLst>
                <a:ext uri="{FF2B5EF4-FFF2-40B4-BE49-F238E27FC236}">
                  <a16:creationId xmlns:a16="http://schemas.microsoft.com/office/drawing/2014/main" id="{7578B55F-B3C4-0B70-7EAE-5FBFD3308543}"/>
                </a:ext>
              </a:extLst>
            </p:cNvPr>
            <p:cNvSpPr/>
            <p:nvPr/>
          </p:nvSpPr>
          <p:spPr>
            <a:xfrm>
              <a:off x="5171844" y="-11586"/>
              <a:ext cx="5171848" cy="6869586"/>
            </a:xfrm>
            <a:prstGeom prst="rect">
              <a:avLst/>
            </a:prstGeom>
            <a:gradFill flip="none" rotWithShape="1">
              <a:gsLst>
                <a:gs pos="3000">
                  <a:schemeClr val="accent2">
                    <a:alpha val="70000"/>
                  </a:schemeClr>
                </a:gs>
                <a:gs pos="42000">
                  <a:schemeClr val="accent2">
                    <a:alpha val="0"/>
                  </a:schemeClr>
                </a:gs>
              </a:gsLst>
              <a:lin ang="3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FFBDE35-AEB9-6AFE-BC7A-79FEFBB51D0A}"/>
                </a:ext>
              </a:extLst>
            </p:cNvPr>
            <p:cNvSpPr/>
            <p:nvPr/>
          </p:nvSpPr>
          <p:spPr>
            <a:xfrm rot="16200000">
              <a:off x="6042356" y="708353"/>
              <a:ext cx="6869583" cy="5429710"/>
            </a:xfrm>
            <a:prstGeom prst="rect">
              <a:avLst/>
            </a:prstGeom>
            <a:gradFill>
              <a:gsLst>
                <a:gs pos="0">
                  <a:schemeClr val="accent5">
                    <a:alpha val="86000"/>
                  </a:schemeClr>
                </a:gs>
                <a:gs pos="57000">
                  <a:schemeClr val="accent2">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58368" y="2103120"/>
            <a:ext cx="3666744" cy="2624328"/>
          </a:xfrm>
          <a:noFill/>
        </p:spPr>
        <p:txBody>
          <a:bodyPr anchor="ctr">
            <a:normAutofit/>
          </a:bodyPr>
          <a:lstStyle>
            <a:lvl1pPr algn="ctr">
              <a:defRPr sz="4800">
                <a:solidFill>
                  <a:schemeClr val="bg1"/>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p:txBody>
          <a:bodyPr/>
          <a:lstStyle>
            <a:lvl1pPr>
              <a:defRPr>
                <a:solidFill>
                  <a:schemeClr val="bg1"/>
                </a:solidFill>
              </a:defRPr>
            </a:lvl1pPr>
          </a:lstStyle>
          <a:p>
            <a:endParaRPr lang="en-US"/>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57702" y="877824"/>
            <a:ext cx="5509458" cy="5102352"/>
          </a:xfrm>
        </p:spPr>
        <p:txBody>
          <a:bodyPr vert="horz" lIns="91440" tIns="45720" rIns="91440" bIns="45720" rtlCol="0" anchor="ctr">
            <a:normAutofit/>
          </a:bodyPr>
          <a:lstStyle>
            <a:lvl1pPr marL="457200" indent="-457200">
              <a:buFont typeface="+mj-lt"/>
              <a:buAutoNum type="arabicPeriod"/>
              <a:defRPr lang="en-US" sz="2000" dirty="0"/>
            </a:lvl1pPr>
            <a:lvl2pPr marL="571500" indent="-342900">
              <a:buFont typeface="+mj-lt"/>
              <a:buAutoNum type="arabicPeriod"/>
              <a:defRPr lang="en-US" sz="1800" dirty="0"/>
            </a:lvl2pPr>
            <a:lvl3pPr marL="800100" indent="-342900">
              <a:buFont typeface="+mj-lt"/>
              <a:buAutoNum type="arabicPeriod"/>
              <a:defRPr lang="en-US" sz="1600" dirty="0"/>
            </a:lvl3pPr>
            <a:lvl4pPr>
              <a:buFont typeface="+mj-lt"/>
              <a:buAutoNum type="arabicPeriod"/>
              <a:defRPr lang="en-US" sz="1400" dirty="0"/>
            </a:lvl4pPr>
            <a:lvl5pPr>
              <a:buFont typeface="+mj-lt"/>
              <a:buAutoNum type="arabicPeriod"/>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p:txBody>
          <a:bodyPr/>
          <a:lstStyle/>
          <a:p>
            <a:fld id="{3AEEF7F6-ECFE-4473-B3E9-C91BE833927A}" type="datetimeFigureOut">
              <a:rPr lang="en-US" smtClean="0"/>
              <a:t>10/11/2025</a:t>
            </a:fld>
            <a:endParaRPr lang="en-US"/>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734607830"/>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with Picture">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9BA5514-C4EC-5772-F451-90A91C385D21}"/>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4" name="Rectangle 3">
              <a:extLst>
                <a:ext uri="{FF2B5EF4-FFF2-40B4-BE49-F238E27FC236}">
                  <a16:creationId xmlns:a16="http://schemas.microsoft.com/office/drawing/2014/main" id="{1C95E155-D254-47EB-52CD-C66E0A29E9AB}"/>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5" name="Rectangle 4">
              <a:extLst>
                <a:ext uri="{FF2B5EF4-FFF2-40B4-BE49-F238E27FC236}">
                  <a16:creationId xmlns:a16="http://schemas.microsoft.com/office/drawing/2014/main" id="{B947EE6D-F09F-E804-C40C-AB228BDE8E64}"/>
                </a:ext>
              </a:extLst>
            </p:cNvPr>
            <p:cNvSpPr/>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272783" y="722376"/>
            <a:ext cx="5138927" cy="1581912"/>
          </a:xfrm>
        </p:spPr>
        <p:txBody>
          <a:bodyPr vert="horz" lIns="91440" tIns="45720" rIns="91440" bIns="45720" rtlCol="0" anchor="b">
            <a:normAutofit/>
          </a:bodyPr>
          <a:lstStyle>
            <a:lvl1pPr>
              <a:defRPr lang="en-US" sz="6000" dirty="0">
                <a:gradFill>
                  <a:gsLst>
                    <a:gs pos="0">
                      <a:schemeClr val="accent2"/>
                    </a:gs>
                    <a:gs pos="100000">
                      <a:schemeClr val="accent5"/>
                    </a:gs>
                  </a:gsLst>
                  <a:lin ang="12000000" scaled="0"/>
                </a:gradFill>
              </a:defRPr>
            </a:lvl1pPr>
          </a:lstStyle>
          <a:p>
            <a:pPr lvl="0"/>
            <a:r>
              <a:rPr lang="en-US"/>
              <a:t>Click to edit Master title style</a:t>
            </a:r>
            <a:endParaRPr lang="en-US" dirty="0"/>
          </a:p>
        </p:txBody>
      </p:sp>
      <p:sp>
        <p:nvSpPr>
          <p:cNvPr id="11" name="Picture Placeholder 10">
            <a:extLst>
              <a:ext uri="{FF2B5EF4-FFF2-40B4-BE49-F238E27FC236}">
                <a16:creationId xmlns:a16="http://schemas.microsoft.com/office/drawing/2014/main" id="{630EF3B0-9D02-EBD8-2D14-79BF34534AA1}"/>
              </a:ext>
            </a:extLst>
          </p:cNvPr>
          <p:cNvSpPr>
            <a:spLocks noGrp="1"/>
          </p:cNvSpPr>
          <p:nvPr>
            <p:ph type="pic" sz="quarter" idx="17" hasCustomPrompt="1"/>
          </p:nvPr>
        </p:nvSpPr>
        <p:spPr>
          <a:xfrm>
            <a:off x="119307" y="0"/>
            <a:ext cx="5413248" cy="6858000"/>
          </a:xfrm>
          <a:blipFill>
            <a:blip r:embed="rId2">
              <a:alphaModFix amt="70000"/>
            </a:blip>
            <a:stretch>
              <a:fillRect/>
            </a:stretch>
          </a:blipFill>
        </p:spPr>
        <p:txBody>
          <a:bodyPr/>
          <a:lstStyle>
            <a:lvl1pPr marL="0" indent="0">
              <a:buNone/>
              <a:defRPr/>
            </a:lvl1pPr>
          </a:lstStyle>
          <a:p>
            <a:r>
              <a:rPr lang="en-US" dirty="0"/>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272784" y="2834640"/>
            <a:ext cx="5138928" cy="2999232"/>
          </a:xfrm>
        </p:spPr>
        <p:txBody>
          <a:bodyPr vert="horz" lIns="91440" tIns="45720" rIns="91440" bIns="45720" rtlCol="0" anchor="b">
            <a:normAutofit/>
          </a:bodyPr>
          <a:lstStyle>
            <a:lvl1pPr marL="457200" indent="-457200">
              <a:buFont typeface="+mj-lt"/>
              <a:buAutoNum type="arabicPeriod"/>
              <a:defRPr lang="en-US" sz="2000" dirty="0"/>
            </a:lvl1pPr>
            <a:lvl2pPr marL="571500" indent="-342900">
              <a:buFont typeface="+mj-lt"/>
              <a:buAutoNum type="arabicPeriod"/>
              <a:defRPr lang="en-US" sz="1800" dirty="0"/>
            </a:lvl2pPr>
            <a:lvl3pPr marL="800100" indent="-342900">
              <a:buFont typeface="+mj-lt"/>
              <a:buAutoNum type="arabicPeriod"/>
              <a:defRPr lang="en-US" sz="1600" dirty="0"/>
            </a:lvl3pPr>
            <a:lvl4pPr>
              <a:buFont typeface="+mj-lt"/>
              <a:buAutoNum type="arabicPeriod"/>
              <a:defRPr lang="en-US" sz="1400" dirty="0"/>
            </a:lvl4pPr>
            <a:lvl5pPr>
              <a:buFont typeface="+mj-lt"/>
              <a:buAutoNum type="arabicPeriod"/>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a:xfrm>
            <a:off x="6272784" y="6318504"/>
            <a:ext cx="3569956" cy="365760"/>
          </a:xfrm>
        </p:spPr>
        <p:txBody>
          <a:bodyPr/>
          <a:lstStyle/>
          <a:p>
            <a:endParaRPr lang="en-US"/>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a:xfrm>
            <a:off x="10075652" y="6318504"/>
            <a:ext cx="1491507" cy="365760"/>
          </a:xfrm>
        </p:spPr>
        <p:txBody>
          <a:bodyPr/>
          <a:lstStyle/>
          <a:p>
            <a:fld id="{3AEEF7F6-ECFE-4473-B3E9-C91BE833927A}" type="datetimeFigureOut">
              <a:rPr lang="en-US" smtClean="0"/>
              <a:t>10/11/2025</a:t>
            </a:fld>
            <a:endParaRPr lang="en-US"/>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820586682"/>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8CE855AC-5F95-123D-E0A1-CBD75D8FD00A}"/>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F3A6A854-7BA6-35FC-898F-37F3BC10E5DB}"/>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455EF75-521C-7F12-2397-68B6128751E8}"/>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682496" y="2222436"/>
            <a:ext cx="4160520" cy="2825496"/>
          </a:xfrm>
        </p:spPr>
        <p:txBody>
          <a:bodyPr anchor="t">
            <a:normAutofit/>
          </a:bodyPr>
          <a:lstStyle>
            <a:lvl1pPr>
              <a:defRPr sz="4000">
                <a:gradFill>
                  <a:gsLst>
                    <a:gs pos="0">
                      <a:schemeClr val="accent5"/>
                    </a:gs>
                    <a:gs pos="100000">
                      <a:schemeClr val="accent2"/>
                    </a:gs>
                  </a:gsLst>
                  <a:lin ang="13800000" scaled="0"/>
                </a:gra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437376" y="2222436"/>
            <a:ext cx="3959352" cy="2697480"/>
          </a:xfrm>
        </p:spPr>
        <p:txBody>
          <a:bodyPr vert="horz" lIns="91440" tIns="45720" rIns="91440" bIns="45720" rtlCol="0">
            <a:normAutofit/>
          </a:bodyPr>
          <a:lstStyle>
            <a:lvl1pPr marL="0" indent="0">
              <a:buNone/>
              <a:defRPr lang="en-US" sz="1800" dirty="0"/>
            </a:lvl1pPr>
            <a:lvl2pPr marL="228600" indent="0">
              <a:buNone/>
              <a:defRPr lang="en-US" sz="16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Footer Placeholder 13">
            <a:extLst>
              <a:ext uri="{FF2B5EF4-FFF2-40B4-BE49-F238E27FC236}">
                <a16:creationId xmlns:a16="http://schemas.microsoft.com/office/drawing/2014/main" id="{F09CF825-511F-35F8-E0EC-636033ED43EE}"/>
              </a:ext>
            </a:extLst>
          </p:cNvPr>
          <p:cNvSpPr>
            <a:spLocks noGrp="1"/>
          </p:cNvSpPr>
          <p:nvPr>
            <p:ph type="ftr" sz="quarter" idx="15"/>
          </p:nvPr>
        </p:nvSpPr>
        <p:spPr/>
        <p:txBody>
          <a:bodyPr/>
          <a:lstStyle/>
          <a:p>
            <a:endParaRPr lang="en-US"/>
          </a:p>
        </p:txBody>
      </p:sp>
      <p:sp>
        <p:nvSpPr>
          <p:cNvPr id="13" name="Date Placeholder 12">
            <a:extLst>
              <a:ext uri="{FF2B5EF4-FFF2-40B4-BE49-F238E27FC236}">
                <a16:creationId xmlns:a16="http://schemas.microsoft.com/office/drawing/2014/main" id="{36A82C16-EB1A-4294-103B-715F071E5A35}"/>
              </a:ext>
            </a:extLst>
          </p:cNvPr>
          <p:cNvSpPr>
            <a:spLocks noGrp="1"/>
          </p:cNvSpPr>
          <p:nvPr>
            <p:ph type="dt" sz="half" idx="14"/>
          </p:nvPr>
        </p:nvSpPr>
        <p:spPr/>
        <p:txBody>
          <a:bodyPr/>
          <a:lstStyle/>
          <a:p>
            <a:fld id="{3AEEF7F6-ECFE-4473-B3E9-C91BE833927A}" type="datetimeFigureOut">
              <a:rPr lang="en-US" smtClean="0"/>
              <a:t>10/11/2025</a:t>
            </a:fld>
            <a:endParaRPr lang="en-US"/>
          </a:p>
        </p:txBody>
      </p:sp>
      <p:sp>
        <p:nvSpPr>
          <p:cNvPr id="15" name="Slide Number Placeholder 14">
            <a:extLst>
              <a:ext uri="{FF2B5EF4-FFF2-40B4-BE49-F238E27FC236}">
                <a16:creationId xmlns:a16="http://schemas.microsoft.com/office/drawing/2014/main" id="{727EA83B-52EA-A0B8-E2E8-C9D1FE273B22}"/>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0345979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74537F0-59D7-5CF5-65CE-33DFA62B3767}"/>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C7EFD035-FCE9-275A-5EEF-94FC6583E39A}"/>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DFF3E46-4915-D511-DDA5-9451667C3C81}"/>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68552" y="2048256"/>
            <a:ext cx="3813048" cy="3538728"/>
          </a:xfrm>
        </p:spPr>
        <p:txBody>
          <a:bodyPr anchor="t">
            <a:normAutofit/>
          </a:bodyPr>
          <a:lstStyle>
            <a:lvl1pPr>
              <a:defRPr sz="3200">
                <a:gradFill>
                  <a:gsLst>
                    <a:gs pos="0">
                      <a:schemeClr val="accent5"/>
                    </a:gs>
                    <a:gs pos="100000">
                      <a:schemeClr val="accent2"/>
                    </a:gs>
                  </a:gsLst>
                  <a:lin ang="13800000" scaled="0"/>
                </a:gra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775960" y="2048256"/>
            <a:ext cx="5047488" cy="3538728"/>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6">
            <a:extLst>
              <a:ext uri="{FF2B5EF4-FFF2-40B4-BE49-F238E27FC236}">
                <a16:creationId xmlns:a16="http://schemas.microsoft.com/office/drawing/2014/main" id="{57CB2298-A12A-D380-ED4F-AD870434F233}"/>
              </a:ext>
            </a:extLst>
          </p:cNvPr>
          <p:cNvSpPr>
            <a:spLocks noGrp="1"/>
          </p:cNvSpPr>
          <p:nvPr>
            <p:ph type="ftr" sz="quarter" idx="15"/>
          </p:nvPr>
        </p:nvSpPr>
        <p:spPr/>
        <p:txBody>
          <a:bodyPr/>
          <a:lstStyle/>
          <a:p>
            <a:endParaRPr lang="en-US"/>
          </a:p>
        </p:txBody>
      </p:sp>
      <p:sp>
        <p:nvSpPr>
          <p:cNvPr id="3" name="Date Placeholder 2">
            <a:extLst>
              <a:ext uri="{FF2B5EF4-FFF2-40B4-BE49-F238E27FC236}">
                <a16:creationId xmlns:a16="http://schemas.microsoft.com/office/drawing/2014/main" id="{9D1F2EAD-3327-FA60-8B7F-6CBBD02C3F07}"/>
              </a:ext>
            </a:extLst>
          </p:cNvPr>
          <p:cNvSpPr>
            <a:spLocks noGrp="1"/>
          </p:cNvSpPr>
          <p:nvPr>
            <p:ph type="dt" sz="half" idx="14"/>
          </p:nvPr>
        </p:nvSpPr>
        <p:spPr/>
        <p:txBody>
          <a:bodyPr/>
          <a:lstStyle/>
          <a:p>
            <a:fld id="{3AEEF7F6-ECFE-4473-B3E9-C91BE833927A}" type="datetimeFigureOut">
              <a:rPr lang="en-US" smtClean="0"/>
              <a:t>10/11/2025</a:t>
            </a:fld>
            <a:endParaRPr lang="en-US"/>
          </a:p>
        </p:txBody>
      </p:sp>
      <p:sp>
        <p:nvSpPr>
          <p:cNvPr id="9" name="Slide Number Placeholder 8">
            <a:extLst>
              <a:ext uri="{FF2B5EF4-FFF2-40B4-BE49-F238E27FC236}">
                <a16:creationId xmlns:a16="http://schemas.microsoft.com/office/drawing/2014/main" id="{A63D4A7C-9E9E-96BC-68B8-3F92C9B3B40E}"/>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1547493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4">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50675FE4-1839-CB8F-7574-8FBCED9706D1}"/>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9" name="Rectangle 8">
              <a:extLst>
                <a:ext uri="{FF2B5EF4-FFF2-40B4-BE49-F238E27FC236}">
                  <a16:creationId xmlns:a16="http://schemas.microsoft.com/office/drawing/2014/main" id="{1C309010-BB96-4CE9-3A39-43FA59198DD0}"/>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2D5C3E8-4075-EEED-D3DC-B1B0DCD9F940}"/>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722376"/>
            <a:ext cx="7214616" cy="1280160"/>
          </a:xfrm>
        </p:spPr>
        <p:txBody>
          <a:bodyPr anchor="t">
            <a:normAutofit/>
          </a:bodyPr>
          <a:lstStyle>
            <a:lvl1pPr>
              <a:defRPr sz="4000">
                <a:gradFill>
                  <a:gsLst>
                    <a:gs pos="0">
                      <a:schemeClr val="accent5"/>
                    </a:gs>
                    <a:gs pos="100000">
                      <a:schemeClr val="accent2"/>
                    </a:gs>
                  </a:gsLst>
                  <a:lin ang="13800000" scaled="0"/>
                </a:gra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3922776" y="2240280"/>
            <a:ext cx="7349947" cy="372160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Footer Placeholder 11">
            <a:extLst>
              <a:ext uri="{FF2B5EF4-FFF2-40B4-BE49-F238E27FC236}">
                <a16:creationId xmlns:a16="http://schemas.microsoft.com/office/drawing/2014/main" id="{4A089F15-F7A9-6130-79CF-D853C6B4B742}"/>
              </a:ext>
            </a:extLst>
          </p:cNvPr>
          <p:cNvSpPr>
            <a:spLocks noGrp="1"/>
          </p:cNvSpPr>
          <p:nvPr>
            <p:ph type="ftr" sz="quarter" idx="15"/>
          </p:nvPr>
        </p:nvSpPr>
        <p:spPr/>
        <p:txBody>
          <a:bodyPr/>
          <a:lstStyle/>
          <a:p>
            <a:endParaRPr lang="en-US"/>
          </a:p>
        </p:txBody>
      </p:sp>
      <p:sp>
        <p:nvSpPr>
          <p:cNvPr id="11" name="Date Placeholder 10">
            <a:extLst>
              <a:ext uri="{FF2B5EF4-FFF2-40B4-BE49-F238E27FC236}">
                <a16:creationId xmlns:a16="http://schemas.microsoft.com/office/drawing/2014/main" id="{65C79459-C978-FF61-F7FC-DC5D1F170174}"/>
              </a:ext>
            </a:extLst>
          </p:cNvPr>
          <p:cNvSpPr>
            <a:spLocks noGrp="1"/>
          </p:cNvSpPr>
          <p:nvPr>
            <p:ph type="dt" sz="half" idx="14"/>
          </p:nvPr>
        </p:nvSpPr>
        <p:spPr/>
        <p:txBody>
          <a:bodyPr/>
          <a:lstStyle/>
          <a:p>
            <a:fld id="{3AEEF7F6-ECFE-4473-B3E9-C91BE833927A}" type="datetimeFigureOut">
              <a:rPr lang="en-US" smtClean="0"/>
              <a:t>10/11/2025</a:t>
            </a:fld>
            <a:endParaRPr lang="en-US"/>
          </a:p>
        </p:txBody>
      </p:sp>
      <p:sp>
        <p:nvSpPr>
          <p:cNvPr id="13" name="Slide Number Placeholder 12">
            <a:extLst>
              <a:ext uri="{FF2B5EF4-FFF2-40B4-BE49-F238E27FC236}">
                <a16:creationId xmlns:a16="http://schemas.microsoft.com/office/drawing/2014/main" id="{BFFBCCE1-48C7-7734-891D-F4664CC97B6C}"/>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5313845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5">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3A83600-30C4-2F21-93C5-D07537A39648}"/>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BA1F9F49-F979-53D6-3ED8-352816078D4C}"/>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4745F95-9BA3-B7A5-F004-E2BB1CFFE2F8}"/>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4215384" cy="3136392"/>
          </a:xfrm>
        </p:spPr>
        <p:txBody>
          <a:bodyPr anchor="t">
            <a:normAutofit/>
          </a:bodyPr>
          <a:lstStyle>
            <a:lvl1pPr>
              <a:defRPr sz="3200">
                <a:gradFill>
                  <a:gsLst>
                    <a:gs pos="0">
                      <a:schemeClr val="accent5"/>
                    </a:gs>
                    <a:gs pos="100000">
                      <a:schemeClr val="accent2"/>
                    </a:gs>
                  </a:gsLst>
                  <a:lin ang="13800000" scaled="0"/>
                </a:gra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568696" y="640080"/>
            <a:ext cx="5998464" cy="569671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endParaRPr lang="en-US"/>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3AEEF7F6-ECFE-4473-B3E9-C91BE833927A}" type="datetimeFigureOut">
              <a:rPr lang="en-US" smtClean="0"/>
              <a:t>10/11/2025</a:t>
            </a:fld>
            <a:endParaRPr lang="en-US"/>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1264752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6">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F604B371-347D-80EC-2C2C-C69CD2EF7B9D}"/>
              </a:ext>
              <a:ext uri="{C183D7F6-B498-43B3-948B-1728B52AA6E4}">
                <adec:decorative xmlns:adec="http://schemas.microsoft.com/office/drawing/2017/decorative" val="1"/>
              </a:ext>
            </a:extLst>
          </p:cNvPr>
          <p:cNvGrpSpPr/>
          <p:nvPr/>
        </p:nvGrpSpPr>
        <p:grpSpPr>
          <a:xfrm flipV="1">
            <a:off x="12068340" y="0"/>
            <a:ext cx="123362" cy="6858000"/>
            <a:chOff x="12068638" y="0"/>
            <a:chExt cx="123362" cy="6858000"/>
          </a:xfrm>
        </p:grpSpPr>
        <p:sp>
          <p:nvSpPr>
            <p:cNvPr id="5" name="Rectangle 4">
              <a:extLst>
                <a:ext uri="{FF2B5EF4-FFF2-40B4-BE49-F238E27FC236}">
                  <a16:creationId xmlns:a16="http://schemas.microsoft.com/office/drawing/2014/main" id="{3F227FEA-4B4B-3484-7267-B7BD65A4E9BF}"/>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53530AA-F724-4235-0FDF-84595FCBFBC1}"/>
                </a:ext>
              </a:extLst>
            </p:cNvPr>
            <p:cNvSpPr/>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21792"/>
            <a:ext cx="10872216" cy="749808"/>
          </a:xfrm>
        </p:spPr>
        <p:txBody>
          <a:bodyPr anchor="ctr">
            <a:normAutofit/>
          </a:bodyPr>
          <a:lstStyle>
            <a:lvl1pPr>
              <a:defRPr sz="3200">
                <a:gradFill>
                  <a:gsLst>
                    <a:gs pos="0">
                      <a:schemeClr val="accent5"/>
                    </a:gs>
                    <a:gs pos="100000">
                      <a:schemeClr val="accent2"/>
                    </a:gs>
                  </a:gsLst>
                  <a:lin ang="13800000" scaled="0"/>
                </a:gra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2249424" y="1591056"/>
            <a:ext cx="7772400" cy="438912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endParaRPr lang="en-US"/>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3AEEF7F6-ECFE-4473-B3E9-C91BE833927A}" type="datetimeFigureOut">
              <a:rPr lang="en-US" smtClean="0"/>
              <a:t>10/11/2025</a:t>
            </a:fld>
            <a:endParaRPr lang="en-US"/>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25070337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7">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C1155E4-5659-692F-6CDC-095E555AF698}"/>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88AFD6F-0EAD-ADCF-CB9A-AB74C59048E1}"/>
              </a:ext>
            </a:extLst>
          </p:cNvPr>
          <p:cNvSpPr/>
          <p:nvPr/>
        </p:nvSpPr>
        <p:spPr>
          <a:xfrm rot="16200000">
            <a:off x="6635246" y="-3716556"/>
            <a:ext cx="1855397" cy="9288510"/>
          </a:xfrm>
          <a:prstGeom prst="rect">
            <a:avLst/>
          </a:prstGeom>
          <a:gradFill>
            <a:gsLst>
              <a:gs pos="45000">
                <a:schemeClr val="accent5">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310896"/>
            <a:ext cx="10872216" cy="1225296"/>
          </a:xfrm>
        </p:spPr>
        <p:txBody>
          <a:bodyPr anchor="ctr">
            <a:normAutofit/>
          </a:bodyPr>
          <a:lstStyle>
            <a:lvl1pPr>
              <a:defRPr sz="3200">
                <a:solidFill>
                  <a:schemeClr val="bg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2249424" y="2313432"/>
            <a:ext cx="8732520" cy="3895344"/>
          </a:xfrm>
        </p:spPr>
        <p:txBody>
          <a:bodyPr vert="horz" lIns="91440" tIns="45720" rIns="91440" bIns="45720" rtlCol="0" anchor="ctr">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endParaRPr lang="en-US"/>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3AEEF7F6-ECFE-4473-B3E9-C91BE833927A}" type="datetimeFigureOut">
              <a:rPr lang="en-US" smtClean="0"/>
              <a:t>10/11/2025</a:t>
            </a:fld>
            <a:endParaRPr lang="en-US"/>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22817072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8">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1394E45B-1239-5927-7239-231AB33A23C5}"/>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3" name="Rectangle 12">
              <a:extLst>
                <a:ext uri="{FF2B5EF4-FFF2-40B4-BE49-F238E27FC236}">
                  <a16:creationId xmlns:a16="http://schemas.microsoft.com/office/drawing/2014/main" id="{C82CCE1C-1D53-2F67-CA11-693E1CA40CC5}"/>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C77A3C2-9949-B8A0-8486-8228C60D0C3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3493008" cy="3621024"/>
          </a:xfrm>
        </p:spPr>
        <p:txBody>
          <a:bodyPr vert="horz" lIns="91440" tIns="45720" rIns="91440" bIns="45720" rtlCol="0" anchor="t">
            <a:normAutofit/>
          </a:bodyPr>
          <a:lstStyle>
            <a:lvl1pPr>
              <a:defRPr lang="en-US" dirty="0">
                <a:gradFill>
                  <a:gsLst>
                    <a:gs pos="0">
                      <a:schemeClr val="accent5"/>
                    </a:gs>
                    <a:gs pos="100000">
                      <a:schemeClr val="accent2"/>
                    </a:gs>
                  </a:gsLst>
                  <a:lin ang="13800000" scaled="0"/>
                </a:gradFill>
              </a:defRPr>
            </a:lvl1pPr>
          </a:lstStyle>
          <a:p>
            <a:pPr lvl="0"/>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92040" y="640081"/>
            <a:ext cx="6675120" cy="55778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6">
            <a:extLst>
              <a:ext uri="{FF2B5EF4-FFF2-40B4-BE49-F238E27FC236}">
                <a16:creationId xmlns:a16="http://schemas.microsoft.com/office/drawing/2014/main" id="{F3B715D2-E75C-A2E6-CE7A-70CE2EFA5E82}"/>
              </a:ext>
            </a:extLst>
          </p:cNvPr>
          <p:cNvSpPr>
            <a:spLocks noGrp="1"/>
          </p:cNvSpPr>
          <p:nvPr>
            <p:ph type="ftr" sz="quarter" idx="15"/>
          </p:nvPr>
        </p:nvSpPr>
        <p:spPr/>
        <p:txBody>
          <a:bodyPr/>
          <a:lstStyle/>
          <a:p>
            <a:endParaRPr lang="en-US"/>
          </a:p>
        </p:txBody>
      </p:sp>
      <p:sp>
        <p:nvSpPr>
          <p:cNvPr id="3" name="Date Placeholder 2">
            <a:extLst>
              <a:ext uri="{FF2B5EF4-FFF2-40B4-BE49-F238E27FC236}">
                <a16:creationId xmlns:a16="http://schemas.microsoft.com/office/drawing/2014/main" id="{11C4CAAF-9048-5116-D3C8-15E595C3BC25}"/>
              </a:ext>
            </a:extLst>
          </p:cNvPr>
          <p:cNvSpPr>
            <a:spLocks noGrp="1"/>
          </p:cNvSpPr>
          <p:nvPr>
            <p:ph type="dt" sz="half" idx="14"/>
          </p:nvPr>
        </p:nvSpPr>
        <p:spPr/>
        <p:txBody>
          <a:bodyPr/>
          <a:lstStyle/>
          <a:p>
            <a:fld id="{3AEEF7F6-ECFE-4473-B3E9-C91BE833927A}" type="datetimeFigureOut">
              <a:rPr lang="en-US" smtClean="0"/>
              <a:t>10/11/2025</a:t>
            </a:fld>
            <a:endParaRPr lang="en-US"/>
          </a:p>
        </p:txBody>
      </p:sp>
      <p:sp>
        <p:nvSpPr>
          <p:cNvPr id="9" name="Slide Number Placeholder 8">
            <a:extLst>
              <a:ext uri="{FF2B5EF4-FFF2-40B4-BE49-F238E27FC236}">
                <a16:creationId xmlns:a16="http://schemas.microsoft.com/office/drawing/2014/main" id="{CBF8E49B-DD4C-66AF-8D2C-52110DB227F6}"/>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20935622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9">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F2293C7-9DD5-C84B-6A44-F0D117C4C94B}"/>
              </a:ext>
            </a:extLst>
          </p:cNvPr>
          <p:cNvSpPr/>
          <p:nvPr/>
        </p:nvSpPr>
        <p:spPr>
          <a:xfrm>
            <a:off x="3" y="-4323"/>
            <a:ext cx="4059076" cy="6869579"/>
          </a:xfrm>
          <a:prstGeom prst="rect">
            <a:avLst/>
          </a:prstGeom>
          <a:gradFill>
            <a:gsLst>
              <a:gs pos="7000">
                <a:schemeClr val="accent2"/>
              </a:gs>
              <a:gs pos="100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088F0D-A4DE-CAA0-43A6-84E52AD904F3}"/>
              </a:ext>
            </a:extLst>
          </p:cNvPr>
          <p:cNvSpPr/>
          <p:nvPr/>
        </p:nvSpPr>
        <p:spPr>
          <a:xfrm rot="10800000">
            <a:off x="-1" y="1061883"/>
            <a:ext cx="4059079" cy="5803372"/>
          </a:xfrm>
          <a:prstGeom prst="rect">
            <a:avLst/>
          </a:prstGeom>
          <a:gradFill flip="none" rotWithShape="1">
            <a:gsLst>
              <a:gs pos="0">
                <a:schemeClr val="accent5">
                  <a:lumMod val="75000"/>
                </a:schemeClr>
              </a:gs>
              <a:gs pos="60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6" name="Rectangle 5">
            <a:extLst>
              <a:ext uri="{FF2B5EF4-FFF2-40B4-BE49-F238E27FC236}">
                <a16:creationId xmlns:a16="http://schemas.microsoft.com/office/drawing/2014/main" id="{25CD67E0-1350-1985-A4E1-5215AF902BF2}"/>
              </a:ext>
            </a:extLst>
          </p:cNvPr>
          <p:cNvSpPr/>
          <p:nvPr/>
        </p:nvSpPr>
        <p:spPr>
          <a:xfrm rot="16200000">
            <a:off x="-524095" y="1129367"/>
            <a:ext cx="5716870" cy="3449479"/>
          </a:xfrm>
          <a:prstGeom prst="rect">
            <a:avLst/>
          </a:prstGeom>
          <a:gradFill>
            <a:gsLst>
              <a:gs pos="0">
                <a:schemeClr val="accent5">
                  <a:alpha val="86000"/>
                </a:schemeClr>
              </a:gs>
              <a:gs pos="57000">
                <a:schemeClr val="accent2">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3081528" cy="4014216"/>
          </a:xfrm>
        </p:spPr>
        <p:txBody>
          <a:bodyPr vert="horz" lIns="91440" tIns="45720" rIns="91440" bIns="45720" rtlCol="0" anchor="t">
            <a:normAutofit/>
          </a:bodyPr>
          <a:lstStyle>
            <a:lvl1pPr>
              <a:defRPr lang="en-US" dirty="0">
                <a:solidFill>
                  <a:schemeClr val="bg1"/>
                </a:solidFill>
              </a:defRPr>
            </a:lvl1pPr>
          </a:lstStyle>
          <a:p>
            <a:pPr lvl="0"/>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92040" y="640081"/>
            <a:ext cx="6675120" cy="55778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Footer Placeholder 10">
            <a:extLst>
              <a:ext uri="{FF2B5EF4-FFF2-40B4-BE49-F238E27FC236}">
                <a16:creationId xmlns:a16="http://schemas.microsoft.com/office/drawing/2014/main" id="{2B6B8768-08ED-B8FE-AB87-3961B13E76EC}"/>
              </a:ext>
            </a:extLst>
          </p:cNvPr>
          <p:cNvSpPr>
            <a:spLocks noGrp="1"/>
          </p:cNvSpPr>
          <p:nvPr>
            <p:ph type="ftr" sz="quarter" idx="15"/>
          </p:nvPr>
        </p:nvSpPr>
        <p:spPr>
          <a:xfrm>
            <a:off x="612648" y="6318504"/>
            <a:ext cx="3446431" cy="365760"/>
          </a:xfrm>
        </p:spPr>
        <p:txBody>
          <a:bodyPr/>
          <a:lstStyle>
            <a:lvl1pPr>
              <a:defRPr>
                <a:solidFill>
                  <a:schemeClr val="bg1"/>
                </a:solidFill>
              </a:defRPr>
            </a:lvl1pPr>
          </a:lstStyle>
          <a:p>
            <a:endParaRPr lang="en-US"/>
          </a:p>
        </p:txBody>
      </p:sp>
      <p:sp>
        <p:nvSpPr>
          <p:cNvPr id="10" name="Date Placeholder 9">
            <a:extLst>
              <a:ext uri="{FF2B5EF4-FFF2-40B4-BE49-F238E27FC236}">
                <a16:creationId xmlns:a16="http://schemas.microsoft.com/office/drawing/2014/main" id="{0790CD73-4635-8D46-A7E8-EDF5E35D34ED}"/>
              </a:ext>
            </a:extLst>
          </p:cNvPr>
          <p:cNvSpPr>
            <a:spLocks noGrp="1"/>
          </p:cNvSpPr>
          <p:nvPr>
            <p:ph type="dt" sz="half" idx="14"/>
          </p:nvPr>
        </p:nvSpPr>
        <p:spPr/>
        <p:txBody>
          <a:bodyPr/>
          <a:lstStyle/>
          <a:p>
            <a:fld id="{3AEEF7F6-ECFE-4473-B3E9-C91BE833927A}" type="datetimeFigureOut">
              <a:rPr lang="en-US" smtClean="0"/>
              <a:t>10/11/2025</a:t>
            </a:fld>
            <a:endParaRPr lang="en-US"/>
          </a:p>
        </p:txBody>
      </p:sp>
      <p:sp>
        <p:nvSpPr>
          <p:cNvPr id="12" name="Slide Number Placeholder 11">
            <a:extLst>
              <a:ext uri="{FF2B5EF4-FFF2-40B4-BE49-F238E27FC236}">
                <a16:creationId xmlns:a16="http://schemas.microsoft.com/office/drawing/2014/main" id="{CE7E57EE-CAE7-24C5-9F1D-159F32ADDDD0}"/>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14860974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605272" y="502920"/>
            <a:ext cx="5961888" cy="1197864"/>
          </a:xfrm>
        </p:spPr>
        <p:txBody>
          <a:bodyPr anchor="b"/>
          <a:lstStyle/>
          <a:p>
            <a:r>
              <a:rPr lang="en-US"/>
              <a:t>Click to edit Master title style</a:t>
            </a:r>
            <a:endParaRPr lang="en-US" dirty="0"/>
          </a:p>
        </p:txBody>
      </p:sp>
      <p:grpSp>
        <p:nvGrpSpPr>
          <p:cNvPr id="3" name="Group 2">
            <a:extLst>
              <a:ext uri="{FF2B5EF4-FFF2-40B4-BE49-F238E27FC236}">
                <a16:creationId xmlns:a16="http://schemas.microsoft.com/office/drawing/2014/main" id="{125E9B8B-7499-A48C-F314-3620CFFB8E0B}"/>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9" name="Rectangle 8">
              <a:extLst>
                <a:ext uri="{FF2B5EF4-FFF2-40B4-BE49-F238E27FC236}">
                  <a16:creationId xmlns:a16="http://schemas.microsoft.com/office/drawing/2014/main" id="{139B506F-0FAC-8905-0F05-E889644A7B9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DAC1EBA-955D-23C1-CCE1-CF2C6CBFD05B}"/>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Picture Placeholder 10">
            <a:extLst>
              <a:ext uri="{FF2B5EF4-FFF2-40B4-BE49-F238E27FC236}">
                <a16:creationId xmlns:a16="http://schemas.microsoft.com/office/drawing/2014/main" id="{F96EE962-E57A-8EDB-7169-6EB04FA7539A}"/>
              </a:ext>
            </a:extLst>
          </p:cNvPr>
          <p:cNvSpPr>
            <a:spLocks noGrp="1"/>
          </p:cNvSpPr>
          <p:nvPr>
            <p:ph type="pic" sz="quarter" idx="15" hasCustomPrompt="1"/>
          </p:nvPr>
        </p:nvSpPr>
        <p:spPr>
          <a:xfrm>
            <a:off x="115866" y="0"/>
            <a:ext cx="4837176" cy="6858000"/>
          </a:xfrm>
          <a:blipFill dpi="0" rotWithShape="1">
            <a:blip r:embed="rId2">
              <a:alphaModFix amt="7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605272" y="1801367"/>
            <a:ext cx="5961888" cy="44531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851225D-49EF-5752-ACF2-F43EB2B36332}"/>
              </a:ext>
            </a:extLst>
          </p:cNvPr>
          <p:cNvSpPr>
            <a:spLocks noGrp="1"/>
          </p:cNvSpPr>
          <p:nvPr>
            <p:ph type="ftr" sz="quarter" idx="17"/>
          </p:nvPr>
        </p:nvSpPr>
        <p:spPr>
          <a:xfrm>
            <a:off x="5605272" y="6318504"/>
            <a:ext cx="4096512" cy="365760"/>
          </a:xfrm>
        </p:spPr>
        <p:txBody>
          <a:bodyPr/>
          <a:lstStyle/>
          <a:p>
            <a:endParaRPr lang="en-US"/>
          </a:p>
        </p:txBody>
      </p:sp>
      <p:sp>
        <p:nvSpPr>
          <p:cNvPr id="4" name="Date Placeholder 3">
            <a:extLst>
              <a:ext uri="{FF2B5EF4-FFF2-40B4-BE49-F238E27FC236}">
                <a16:creationId xmlns:a16="http://schemas.microsoft.com/office/drawing/2014/main" id="{93A362DD-3333-1184-E97C-2FDF9D599F49}"/>
              </a:ext>
            </a:extLst>
          </p:cNvPr>
          <p:cNvSpPr>
            <a:spLocks noGrp="1"/>
          </p:cNvSpPr>
          <p:nvPr>
            <p:ph type="dt" sz="half" idx="16"/>
          </p:nvPr>
        </p:nvSpPr>
        <p:spPr>
          <a:xfrm>
            <a:off x="9701784" y="6318504"/>
            <a:ext cx="1865376" cy="365760"/>
          </a:xfrm>
        </p:spPr>
        <p:txBody>
          <a:bodyPr/>
          <a:lstStyle/>
          <a:p>
            <a:fld id="{3AEEF7F6-ECFE-4473-B3E9-C91BE833927A}" type="datetimeFigureOut">
              <a:rPr lang="en-US" smtClean="0"/>
              <a:t>10/11/2025</a:t>
            </a:fld>
            <a:endParaRPr lang="en-US"/>
          </a:p>
        </p:txBody>
      </p:sp>
      <p:sp>
        <p:nvSpPr>
          <p:cNvPr id="6" name="Slide Number Placeholder 5">
            <a:extLst>
              <a:ext uri="{FF2B5EF4-FFF2-40B4-BE49-F238E27FC236}">
                <a16:creationId xmlns:a16="http://schemas.microsoft.com/office/drawing/2014/main" id="{7C21012C-B1FA-A889-A45D-1DA431A41443}"/>
              </a:ext>
            </a:extLst>
          </p:cNvPr>
          <p:cNvSpPr>
            <a:spLocks noGrp="1"/>
          </p:cNvSpPr>
          <p:nvPr>
            <p:ph type="sldNum" sz="quarter" idx="18"/>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5772715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6858000" cy="841248"/>
          </a:xfrm>
        </p:spPr>
        <p:txBody>
          <a:bodyPr anchor="b"/>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1472184"/>
            <a:ext cx="6858000" cy="47823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655B44AF-FB05-4BBA-5AC9-C89D1BB5BE69}"/>
              </a:ext>
            </a:extLst>
          </p:cNvPr>
          <p:cNvSpPr>
            <a:spLocks noGrp="1"/>
          </p:cNvSpPr>
          <p:nvPr>
            <p:ph type="ftr" sz="quarter" idx="17"/>
          </p:nvPr>
        </p:nvSpPr>
        <p:spPr/>
        <p:txBody>
          <a:bodyPr/>
          <a:lstStyle/>
          <a:p>
            <a:endParaRPr lang="en-US"/>
          </a:p>
        </p:txBody>
      </p:sp>
      <p:sp>
        <p:nvSpPr>
          <p:cNvPr id="3" name="Date Placeholder 2">
            <a:extLst>
              <a:ext uri="{FF2B5EF4-FFF2-40B4-BE49-F238E27FC236}">
                <a16:creationId xmlns:a16="http://schemas.microsoft.com/office/drawing/2014/main" id="{2632EABA-2011-B91D-C867-6B03C4743305}"/>
              </a:ext>
            </a:extLst>
          </p:cNvPr>
          <p:cNvSpPr>
            <a:spLocks noGrp="1"/>
          </p:cNvSpPr>
          <p:nvPr>
            <p:ph type="dt" sz="half" idx="16"/>
          </p:nvPr>
        </p:nvSpPr>
        <p:spPr>
          <a:xfrm>
            <a:off x="4709160" y="6318504"/>
            <a:ext cx="2350008" cy="365760"/>
          </a:xfrm>
        </p:spPr>
        <p:txBody>
          <a:bodyPr/>
          <a:lstStyle/>
          <a:p>
            <a:fld id="{3AEEF7F6-ECFE-4473-B3E9-C91BE833927A}" type="datetimeFigureOut">
              <a:rPr lang="en-US" smtClean="0"/>
              <a:t>10/11/2025</a:t>
            </a:fld>
            <a:endParaRPr lang="en-US"/>
          </a:p>
        </p:txBody>
      </p:sp>
      <p:sp>
        <p:nvSpPr>
          <p:cNvPr id="13" name="Slide Number Placeholder 12">
            <a:extLst>
              <a:ext uri="{FF2B5EF4-FFF2-40B4-BE49-F238E27FC236}">
                <a16:creationId xmlns:a16="http://schemas.microsoft.com/office/drawing/2014/main" id="{437E37F5-E579-D12C-536E-A9118707E1C6}"/>
              </a:ext>
            </a:extLst>
          </p:cNvPr>
          <p:cNvSpPr>
            <a:spLocks noGrp="1"/>
          </p:cNvSpPr>
          <p:nvPr>
            <p:ph type="sldNum" sz="quarter" idx="18"/>
          </p:nvPr>
        </p:nvSpPr>
        <p:spPr>
          <a:xfrm>
            <a:off x="6976872" y="6318504"/>
            <a:ext cx="493776" cy="365760"/>
          </a:xfrm>
        </p:spPr>
        <p:txBody>
          <a:bodyPr/>
          <a:lstStyle/>
          <a:p>
            <a:fld id="{5DAD859A-2C66-45B9-9A71-3CF205EC2D4A}" type="slidenum">
              <a:rPr lang="en-US" smtClean="0"/>
              <a:t>‹#›</a:t>
            </a:fld>
            <a:endParaRPr lang="en-US"/>
          </a:p>
        </p:txBody>
      </p:sp>
      <p:sp>
        <p:nvSpPr>
          <p:cNvPr id="9" name="Picture Placeholder 8">
            <a:extLst>
              <a:ext uri="{FF2B5EF4-FFF2-40B4-BE49-F238E27FC236}">
                <a16:creationId xmlns:a16="http://schemas.microsoft.com/office/drawing/2014/main" id="{19D3616B-B0C6-AB9E-48FA-05090671826A}"/>
              </a:ext>
            </a:extLst>
          </p:cNvPr>
          <p:cNvSpPr>
            <a:spLocks noGrp="1"/>
          </p:cNvSpPr>
          <p:nvPr>
            <p:ph type="pic" sz="quarter" idx="15" hasCustomPrompt="1"/>
          </p:nvPr>
        </p:nvSpPr>
        <p:spPr>
          <a:xfrm>
            <a:off x="8129142" y="0"/>
            <a:ext cx="3939493" cy="6858000"/>
          </a:xfrm>
          <a:blipFill dpi="0" rotWithShape="1">
            <a:blip r:embed="rId2">
              <a:alphaModFix amt="70000"/>
            </a:blip>
            <a:srcRect/>
            <a:stretch>
              <a:fillRect/>
            </a:stretch>
          </a:blipFill>
        </p:spPr>
        <p:txBody>
          <a:bodyPr/>
          <a:lstStyle>
            <a:lvl1pPr marL="0" indent="0">
              <a:buNone/>
              <a:defRPr/>
            </a:lvl1pPr>
          </a:lstStyle>
          <a:p>
            <a:r>
              <a:rPr lang="en-US" dirty="0"/>
              <a:t> </a:t>
            </a:r>
          </a:p>
        </p:txBody>
      </p:sp>
      <p:grpSp>
        <p:nvGrpSpPr>
          <p:cNvPr id="10" name="Group 9">
            <a:extLst>
              <a:ext uri="{FF2B5EF4-FFF2-40B4-BE49-F238E27FC236}">
                <a16:creationId xmlns:a16="http://schemas.microsoft.com/office/drawing/2014/main" id="{D5BBFBAF-5922-A442-5D1A-BC28ADE0D2B7}"/>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1" name="Rectangle 10">
              <a:extLst>
                <a:ext uri="{FF2B5EF4-FFF2-40B4-BE49-F238E27FC236}">
                  <a16:creationId xmlns:a16="http://schemas.microsoft.com/office/drawing/2014/main" id="{E9DBF79C-336C-A5FC-F9A7-F678FEB5C351}"/>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B3E95C8-0894-01F3-97E4-60803AAA24AF}"/>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75360860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06516" y="502920"/>
            <a:ext cx="6858000" cy="841248"/>
          </a:xfrm>
        </p:spPr>
        <p:txBody>
          <a:bodyPr anchor="b"/>
          <a:lstStyle/>
          <a:p>
            <a:r>
              <a:rPr lang="en-US"/>
              <a:t>Click to edit Master title style</a:t>
            </a:r>
            <a:endParaRPr lang="en-US" dirty="0"/>
          </a:p>
        </p:txBody>
      </p:sp>
      <p:sp>
        <p:nvSpPr>
          <p:cNvPr id="10" name="Picture Placeholder 9">
            <a:extLst>
              <a:ext uri="{FF2B5EF4-FFF2-40B4-BE49-F238E27FC236}">
                <a16:creationId xmlns:a16="http://schemas.microsoft.com/office/drawing/2014/main" id="{8AF4E90B-EF6F-24B4-C4FE-7FBC72B7E9EE}"/>
              </a:ext>
            </a:extLst>
          </p:cNvPr>
          <p:cNvSpPr>
            <a:spLocks noGrp="1"/>
          </p:cNvSpPr>
          <p:nvPr>
            <p:ph type="pic" sz="quarter" idx="15" hasCustomPrompt="1"/>
          </p:nvPr>
        </p:nvSpPr>
        <p:spPr>
          <a:xfrm>
            <a:off x="115867" y="0"/>
            <a:ext cx="3968496" cy="6858000"/>
          </a:xfrm>
          <a:blipFill dpi="0" rotWithShape="1">
            <a:blip r:embed="rId2">
              <a:alphaModFix amt="70000"/>
            </a:blip>
            <a:srcRect/>
            <a:stretch>
              <a:fillRect/>
            </a:stretch>
          </a:blipFill>
        </p:spPr>
        <p:txBody>
          <a:bodyPr/>
          <a:lstStyle>
            <a:lvl1pPr marL="0" indent="0">
              <a:buNone/>
              <a:defRPr/>
            </a:lvl1pPr>
          </a:lstStyle>
          <a:p>
            <a:r>
              <a:rPr lang="en-US" dirty="0"/>
              <a:t> </a:t>
            </a:r>
          </a:p>
        </p:txBody>
      </p:sp>
      <p:grpSp>
        <p:nvGrpSpPr>
          <p:cNvPr id="11" name="Group 10">
            <a:extLst>
              <a:ext uri="{FF2B5EF4-FFF2-40B4-BE49-F238E27FC236}">
                <a16:creationId xmlns:a16="http://schemas.microsoft.com/office/drawing/2014/main" id="{3F50B082-E806-677A-B150-164003C5BF2E}"/>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12" name="Rectangle 11">
              <a:extLst>
                <a:ext uri="{FF2B5EF4-FFF2-40B4-BE49-F238E27FC236}">
                  <a16:creationId xmlns:a16="http://schemas.microsoft.com/office/drawing/2014/main" id="{CEBF228F-ECC6-8326-8C59-4539BE646E4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29E235C-963A-D79C-5145-5233B1FD5A89}"/>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06516" y="1472183"/>
            <a:ext cx="6858000" cy="47823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46FDC5C-46E3-4585-C089-E091BE6E5D36}"/>
              </a:ext>
            </a:extLst>
          </p:cNvPr>
          <p:cNvSpPr>
            <a:spLocks noGrp="1"/>
          </p:cNvSpPr>
          <p:nvPr>
            <p:ph type="ftr" sz="quarter" idx="17"/>
          </p:nvPr>
        </p:nvSpPr>
        <p:spPr>
          <a:xfrm>
            <a:off x="4706516" y="6318504"/>
            <a:ext cx="4096512" cy="365760"/>
          </a:xfrm>
        </p:spPr>
        <p:txBody>
          <a:bodyPr/>
          <a:lstStyle/>
          <a:p>
            <a:endParaRPr lang="en-US"/>
          </a:p>
        </p:txBody>
      </p:sp>
      <p:sp>
        <p:nvSpPr>
          <p:cNvPr id="3" name="Date Placeholder 2">
            <a:extLst>
              <a:ext uri="{FF2B5EF4-FFF2-40B4-BE49-F238E27FC236}">
                <a16:creationId xmlns:a16="http://schemas.microsoft.com/office/drawing/2014/main" id="{5721447D-8AA6-9863-0212-376200A916F4}"/>
              </a:ext>
            </a:extLst>
          </p:cNvPr>
          <p:cNvSpPr>
            <a:spLocks noGrp="1"/>
          </p:cNvSpPr>
          <p:nvPr>
            <p:ph type="dt" sz="half" idx="16"/>
          </p:nvPr>
        </p:nvSpPr>
        <p:spPr>
          <a:xfrm>
            <a:off x="8729070" y="6318504"/>
            <a:ext cx="2838090" cy="365760"/>
          </a:xfrm>
        </p:spPr>
        <p:txBody>
          <a:bodyPr/>
          <a:lstStyle/>
          <a:p>
            <a:fld id="{3AEEF7F6-ECFE-4473-B3E9-C91BE833927A}" type="datetimeFigureOut">
              <a:rPr lang="en-US" smtClean="0"/>
              <a:t>10/11/2025</a:t>
            </a:fld>
            <a:endParaRPr lang="en-US"/>
          </a:p>
        </p:txBody>
      </p:sp>
      <p:sp>
        <p:nvSpPr>
          <p:cNvPr id="9" name="Slide Number Placeholder 8">
            <a:extLst>
              <a:ext uri="{FF2B5EF4-FFF2-40B4-BE49-F238E27FC236}">
                <a16:creationId xmlns:a16="http://schemas.microsoft.com/office/drawing/2014/main" id="{86395A93-90A0-8500-32A5-2011DF9658FA}"/>
              </a:ext>
            </a:extLst>
          </p:cNvPr>
          <p:cNvSpPr>
            <a:spLocks noGrp="1"/>
          </p:cNvSpPr>
          <p:nvPr>
            <p:ph type="sldNum" sz="quarter" idx="18"/>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08425694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7AE7BB9-8F3B-888B-7C5F-C693E4B78B3D}"/>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9" name="Rectangle 8">
              <a:extLst>
                <a:ext uri="{FF2B5EF4-FFF2-40B4-BE49-F238E27FC236}">
                  <a16:creationId xmlns:a16="http://schemas.microsoft.com/office/drawing/2014/main" id="{7CA2AA3A-CAA5-475A-C3CD-9ABFCE2B0092}"/>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43ED07E-CBE3-22B8-BCE0-4F98BB64C4C6}"/>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573413" cy="841248"/>
          </a:xfrm>
        </p:spPr>
        <p:txBody>
          <a:bodyPr anchor="b"/>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648" y="1472184"/>
            <a:ext cx="4573413" cy="47823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Footer Placeholder 10">
            <a:extLst>
              <a:ext uri="{FF2B5EF4-FFF2-40B4-BE49-F238E27FC236}">
                <a16:creationId xmlns:a16="http://schemas.microsoft.com/office/drawing/2014/main" id="{42B6E2F6-1C60-7678-922C-01C4DB211D7A}"/>
              </a:ext>
            </a:extLst>
          </p:cNvPr>
          <p:cNvSpPr>
            <a:spLocks noGrp="1"/>
          </p:cNvSpPr>
          <p:nvPr>
            <p:ph type="ftr" sz="quarter" idx="17"/>
          </p:nvPr>
        </p:nvSpPr>
        <p:spPr>
          <a:xfrm>
            <a:off x="612648" y="6318504"/>
            <a:ext cx="2743200" cy="365760"/>
          </a:xfrm>
        </p:spPr>
        <p:txBody>
          <a:bodyPr/>
          <a:lstStyle/>
          <a:p>
            <a:endParaRPr lang="en-US"/>
          </a:p>
        </p:txBody>
      </p:sp>
      <p:sp>
        <p:nvSpPr>
          <p:cNvPr id="4" name="Date Placeholder 3">
            <a:extLst>
              <a:ext uri="{FF2B5EF4-FFF2-40B4-BE49-F238E27FC236}">
                <a16:creationId xmlns:a16="http://schemas.microsoft.com/office/drawing/2014/main" id="{0D5BA7FF-A77E-82D8-382F-C60F9EB7D403}"/>
              </a:ext>
            </a:extLst>
          </p:cNvPr>
          <p:cNvSpPr>
            <a:spLocks noGrp="1"/>
          </p:cNvSpPr>
          <p:nvPr>
            <p:ph type="dt" sz="half" idx="16"/>
          </p:nvPr>
        </p:nvSpPr>
        <p:spPr>
          <a:xfrm>
            <a:off x="3355847" y="6318504"/>
            <a:ext cx="1418733" cy="365760"/>
          </a:xfrm>
        </p:spPr>
        <p:txBody>
          <a:bodyPr/>
          <a:lstStyle/>
          <a:p>
            <a:fld id="{3AEEF7F6-ECFE-4473-B3E9-C91BE833927A}" type="datetimeFigureOut">
              <a:rPr lang="en-US" smtClean="0"/>
              <a:t>10/11/2025</a:t>
            </a:fld>
            <a:endParaRPr lang="en-US"/>
          </a:p>
        </p:txBody>
      </p:sp>
      <p:sp>
        <p:nvSpPr>
          <p:cNvPr id="13" name="Slide Number Placeholder 12">
            <a:extLst>
              <a:ext uri="{FF2B5EF4-FFF2-40B4-BE49-F238E27FC236}">
                <a16:creationId xmlns:a16="http://schemas.microsoft.com/office/drawing/2014/main" id="{277AED5A-2B3B-6F43-CA78-5BF85217FD6E}"/>
              </a:ext>
            </a:extLst>
          </p:cNvPr>
          <p:cNvSpPr>
            <a:spLocks noGrp="1"/>
          </p:cNvSpPr>
          <p:nvPr>
            <p:ph type="sldNum" sz="quarter" idx="18"/>
          </p:nvPr>
        </p:nvSpPr>
        <p:spPr>
          <a:xfrm>
            <a:off x="4692285" y="6318504"/>
            <a:ext cx="493776" cy="365760"/>
          </a:xfrm>
        </p:spPr>
        <p:txBody>
          <a:bodyPr/>
          <a:lstStyle/>
          <a:p>
            <a:fld id="{5DAD859A-2C66-45B9-9A71-3CF205EC2D4A}" type="slidenum">
              <a:rPr lang="en-US" smtClean="0"/>
              <a:t>‹#›</a:t>
            </a:fld>
            <a:endParaRPr lang="en-US"/>
          </a:p>
        </p:txBody>
      </p:sp>
      <p:sp>
        <p:nvSpPr>
          <p:cNvPr id="12" name="Picture Placeholder 11">
            <a:extLst>
              <a:ext uri="{FF2B5EF4-FFF2-40B4-BE49-F238E27FC236}">
                <a16:creationId xmlns:a16="http://schemas.microsoft.com/office/drawing/2014/main" id="{EC59C038-AFE7-F1BB-D482-33E170892572}"/>
              </a:ext>
            </a:extLst>
          </p:cNvPr>
          <p:cNvSpPr>
            <a:spLocks noGrp="1"/>
          </p:cNvSpPr>
          <p:nvPr>
            <p:ph type="pic" sz="quarter" idx="15" hasCustomPrompt="1"/>
          </p:nvPr>
        </p:nvSpPr>
        <p:spPr>
          <a:xfrm>
            <a:off x="5844556" y="0"/>
            <a:ext cx="6224082" cy="6858000"/>
          </a:xfrm>
          <a:blipFill dpi="0" rotWithShape="1">
            <a:blip r:embed="rId2">
              <a:alphaModFix amt="7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416250034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389120" cy="1444752"/>
          </a:xfrm>
        </p:spPr>
        <p:txBody>
          <a:bodyPr anchor="b"/>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648" y="2084832"/>
            <a:ext cx="4389120" cy="41696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37497486-A221-C6D1-050D-0B3DB326465B}"/>
              </a:ext>
            </a:extLst>
          </p:cNvPr>
          <p:cNvSpPr>
            <a:spLocks noGrp="1"/>
          </p:cNvSpPr>
          <p:nvPr>
            <p:ph type="ftr" sz="quarter" idx="17"/>
          </p:nvPr>
        </p:nvSpPr>
        <p:spPr>
          <a:xfrm>
            <a:off x="612648" y="6318504"/>
            <a:ext cx="2651760" cy="365760"/>
          </a:xfrm>
        </p:spPr>
        <p:txBody>
          <a:bodyPr/>
          <a:lstStyle/>
          <a:p>
            <a:endParaRPr lang="en-US"/>
          </a:p>
        </p:txBody>
      </p:sp>
      <p:sp>
        <p:nvSpPr>
          <p:cNvPr id="3" name="Date Placeholder 2">
            <a:extLst>
              <a:ext uri="{FF2B5EF4-FFF2-40B4-BE49-F238E27FC236}">
                <a16:creationId xmlns:a16="http://schemas.microsoft.com/office/drawing/2014/main" id="{3907AE70-2FE3-1872-0811-BC089F612855}"/>
              </a:ext>
            </a:extLst>
          </p:cNvPr>
          <p:cNvSpPr>
            <a:spLocks noGrp="1"/>
          </p:cNvSpPr>
          <p:nvPr>
            <p:ph type="dt" sz="half" idx="16"/>
          </p:nvPr>
        </p:nvSpPr>
        <p:spPr>
          <a:xfrm>
            <a:off x="3264408" y="6318504"/>
            <a:ext cx="1325880" cy="365760"/>
          </a:xfrm>
        </p:spPr>
        <p:txBody>
          <a:bodyPr/>
          <a:lstStyle/>
          <a:p>
            <a:fld id="{3AEEF7F6-ECFE-4473-B3E9-C91BE833927A}" type="datetimeFigureOut">
              <a:rPr lang="en-US" smtClean="0"/>
              <a:t>10/11/2025</a:t>
            </a:fld>
            <a:endParaRPr lang="en-US"/>
          </a:p>
        </p:txBody>
      </p:sp>
      <p:sp>
        <p:nvSpPr>
          <p:cNvPr id="9" name="Slide Number Placeholder 8">
            <a:extLst>
              <a:ext uri="{FF2B5EF4-FFF2-40B4-BE49-F238E27FC236}">
                <a16:creationId xmlns:a16="http://schemas.microsoft.com/office/drawing/2014/main" id="{193EE6EB-FF56-B8A3-1408-5C43C49B256E}"/>
              </a:ext>
            </a:extLst>
          </p:cNvPr>
          <p:cNvSpPr>
            <a:spLocks noGrp="1"/>
          </p:cNvSpPr>
          <p:nvPr>
            <p:ph type="sldNum" sz="quarter" idx="18"/>
          </p:nvPr>
        </p:nvSpPr>
        <p:spPr>
          <a:xfrm>
            <a:off x="4507992" y="6318504"/>
            <a:ext cx="493776" cy="365760"/>
          </a:xfrm>
        </p:spPr>
        <p:txBody>
          <a:bodyPr/>
          <a:lstStyle/>
          <a:p>
            <a:fld id="{5DAD859A-2C66-45B9-9A71-3CF205EC2D4A}" type="slidenum">
              <a:rPr lang="en-US" smtClean="0"/>
              <a:t>‹#›</a:t>
            </a:fld>
            <a:endParaRPr lang="en-US"/>
          </a:p>
        </p:txBody>
      </p:sp>
      <p:sp>
        <p:nvSpPr>
          <p:cNvPr id="10" name="Picture Placeholder 9">
            <a:extLst>
              <a:ext uri="{FF2B5EF4-FFF2-40B4-BE49-F238E27FC236}">
                <a16:creationId xmlns:a16="http://schemas.microsoft.com/office/drawing/2014/main" id="{EE2866F3-0262-FC88-23E2-359D75EA8A79}"/>
              </a:ext>
            </a:extLst>
          </p:cNvPr>
          <p:cNvSpPr>
            <a:spLocks noGrp="1"/>
          </p:cNvSpPr>
          <p:nvPr>
            <p:ph type="pic" sz="quarter" idx="15" hasCustomPrompt="1"/>
          </p:nvPr>
        </p:nvSpPr>
        <p:spPr>
          <a:xfrm>
            <a:off x="5660263" y="0"/>
            <a:ext cx="6408375" cy="6858000"/>
          </a:xfrm>
          <a:blipFill dpi="0" rotWithShape="1">
            <a:blip r:embed="rId2">
              <a:alphaModFix amt="70000"/>
            </a:blip>
            <a:srcRect/>
            <a:stretch>
              <a:fillRect/>
            </a:stretch>
          </a:blipFill>
        </p:spPr>
        <p:txBody>
          <a:bodyPr/>
          <a:lstStyle>
            <a:lvl1pPr marL="0" indent="0">
              <a:buNone/>
              <a:defRPr/>
            </a:lvl1pPr>
          </a:lstStyle>
          <a:p>
            <a:r>
              <a:rPr lang="en-US" dirty="0"/>
              <a:t> </a:t>
            </a:r>
          </a:p>
        </p:txBody>
      </p:sp>
      <p:grpSp>
        <p:nvGrpSpPr>
          <p:cNvPr id="11" name="Group 10">
            <a:extLst>
              <a:ext uri="{FF2B5EF4-FFF2-40B4-BE49-F238E27FC236}">
                <a16:creationId xmlns:a16="http://schemas.microsoft.com/office/drawing/2014/main" id="{5D76C82F-0CA8-713E-E19A-65D51910A5DC}"/>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C3A0EB22-0640-E9D6-5C90-504668EDC47C}"/>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995F219-6751-8C9C-0F4E-1048F537CB6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41397802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5C494689-2DF4-F719-B5A3-0E33B5AB963F}"/>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7" name="Rectangle 16">
              <a:extLst>
                <a:ext uri="{FF2B5EF4-FFF2-40B4-BE49-F238E27FC236}">
                  <a16:creationId xmlns:a16="http://schemas.microsoft.com/office/drawing/2014/main" id="{258C88C8-2ADC-03E1-DA79-C09C9FFCB400}"/>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EE9281E-3F01-B630-B5DF-17CEE295D67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722376"/>
            <a:ext cx="3017520" cy="3364992"/>
          </a:xfrm>
        </p:spPr>
        <p:txBody>
          <a:bodyPr anchor="t"/>
          <a:lstStyle/>
          <a:p>
            <a:r>
              <a:rPr lang="en-US"/>
              <a:t>Click to edit Master title style</a:t>
            </a:r>
            <a:endParaRPr lang="en-US" dirty="0"/>
          </a:p>
        </p:txBody>
      </p:sp>
      <p:sp>
        <p:nvSpPr>
          <p:cNvPr id="10" name="Picture Placeholder 9">
            <a:extLst>
              <a:ext uri="{FF2B5EF4-FFF2-40B4-BE49-F238E27FC236}">
                <a16:creationId xmlns:a16="http://schemas.microsoft.com/office/drawing/2014/main" id="{85A6D87B-55DF-483B-0AF7-E6F2B6041C80}"/>
              </a:ext>
            </a:extLst>
          </p:cNvPr>
          <p:cNvSpPr>
            <a:spLocks noGrp="1"/>
          </p:cNvSpPr>
          <p:nvPr>
            <p:ph type="pic" sz="quarter" idx="15" hasCustomPrompt="1"/>
          </p:nvPr>
        </p:nvSpPr>
        <p:spPr>
          <a:xfrm>
            <a:off x="4105656" y="722376"/>
            <a:ext cx="3417212" cy="5440680"/>
          </a:xfrm>
          <a:blipFill dpi="0" rotWithShape="1">
            <a:blip r:embed="rId2">
              <a:alphaModFix amt="7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998356" y="722376"/>
            <a:ext cx="3566160" cy="5440680"/>
          </a:xfrm>
        </p:spPr>
        <p:txBody>
          <a:bodyPr vert="horz" lIns="91440" tIns="45720" rIns="91440" bIns="45720" rtlCol="0" anchor="b">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Footer Placeholder 13">
            <a:extLst>
              <a:ext uri="{FF2B5EF4-FFF2-40B4-BE49-F238E27FC236}">
                <a16:creationId xmlns:a16="http://schemas.microsoft.com/office/drawing/2014/main" id="{B46F9121-A740-6137-350B-F287FC3F65ED}"/>
              </a:ext>
            </a:extLst>
          </p:cNvPr>
          <p:cNvSpPr>
            <a:spLocks noGrp="1"/>
          </p:cNvSpPr>
          <p:nvPr>
            <p:ph type="ftr" sz="quarter" idx="17"/>
          </p:nvPr>
        </p:nvSpPr>
        <p:spPr/>
        <p:txBody>
          <a:bodyPr/>
          <a:lstStyle/>
          <a:p>
            <a:endParaRPr lang="en-US"/>
          </a:p>
        </p:txBody>
      </p:sp>
      <p:sp>
        <p:nvSpPr>
          <p:cNvPr id="9" name="Date Placeholder 8">
            <a:extLst>
              <a:ext uri="{FF2B5EF4-FFF2-40B4-BE49-F238E27FC236}">
                <a16:creationId xmlns:a16="http://schemas.microsoft.com/office/drawing/2014/main" id="{71DDF62D-265F-648C-DEAF-A6B63AFE9A88}"/>
              </a:ext>
            </a:extLst>
          </p:cNvPr>
          <p:cNvSpPr>
            <a:spLocks noGrp="1"/>
          </p:cNvSpPr>
          <p:nvPr>
            <p:ph type="dt" sz="half" idx="16"/>
          </p:nvPr>
        </p:nvSpPr>
        <p:spPr/>
        <p:txBody>
          <a:bodyPr/>
          <a:lstStyle/>
          <a:p>
            <a:fld id="{3AEEF7F6-ECFE-4473-B3E9-C91BE833927A}" type="datetimeFigureOut">
              <a:rPr lang="en-US" smtClean="0"/>
              <a:t>10/11/2025</a:t>
            </a:fld>
            <a:endParaRPr lang="en-US"/>
          </a:p>
        </p:txBody>
      </p:sp>
      <p:sp>
        <p:nvSpPr>
          <p:cNvPr id="15" name="Slide Number Placeholder 14">
            <a:extLst>
              <a:ext uri="{FF2B5EF4-FFF2-40B4-BE49-F238E27FC236}">
                <a16:creationId xmlns:a16="http://schemas.microsoft.com/office/drawing/2014/main" id="{4B1E5F69-8168-1838-71D3-E395524793E7}"/>
              </a:ext>
            </a:extLst>
          </p:cNvPr>
          <p:cNvSpPr>
            <a:spLocks noGrp="1"/>
          </p:cNvSpPr>
          <p:nvPr>
            <p:ph type="sldNum" sz="quarter" idx="18"/>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20890831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DB5D765-4DB1-83CD-C254-A90B6611CFB6}"/>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9" name="Rectangle 8">
              <a:extLst>
                <a:ext uri="{FF2B5EF4-FFF2-40B4-BE49-F238E27FC236}">
                  <a16:creationId xmlns:a16="http://schemas.microsoft.com/office/drawing/2014/main" id="{C69A84EF-6D24-A163-8B58-B5389FD4DDD7}"/>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E9A50A9-013C-611D-B106-1ED459519F5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65592" y="502920"/>
            <a:ext cx="3401568" cy="1444752"/>
          </a:xfrm>
        </p:spPr>
        <p:txBody>
          <a:bodyPr anchor="b"/>
          <a:lstStyle/>
          <a:p>
            <a:r>
              <a:rPr lang="en-US"/>
              <a:t>Click to edit Master title style</a:t>
            </a:r>
            <a:endParaRPr lang="en-US" dirty="0"/>
          </a:p>
        </p:txBody>
      </p:sp>
      <p:sp>
        <p:nvSpPr>
          <p:cNvPr id="12" name="Picture Placeholder 11">
            <a:extLst>
              <a:ext uri="{FF2B5EF4-FFF2-40B4-BE49-F238E27FC236}">
                <a16:creationId xmlns:a16="http://schemas.microsoft.com/office/drawing/2014/main" id="{F8A45037-DD9A-9287-B37A-49CD4CC3CAFB}"/>
              </a:ext>
            </a:extLst>
          </p:cNvPr>
          <p:cNvSpPr>
            <a:spLocks noGrp="1"/>
          </p:cNvSpPr>
          <p:nvPr>
            <p:ph type="pic" sz="quarter" idx="15" hasCustomPrompt="1"/>
          </p:nvPr>
        </p:nvSpPr>
        <p:spPr>
          <a:xfrm>
            <a:off x="115866" y="-1"/>
            <a:ext cx="7397496" cy="6857999"/>
          </a:xfrm>
          <a:blipFill dpi="0" rotWithShape="1">
            <a:blip r:embed="rId2">
              <a:alphaModFix amt="7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65592" y="2084832"/>
            <a:ext cx="3401568" cy="416966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Footer Placeholder 10">
            <a:extLst>
              <a:ext uri="{FF2B5EF4-FFF2-40B4-BE49-F238E27FC236}">
                <a16:creationId xmlns:a16="http://schemas.microsoft.com/office/drawing/2014/main" id="{6F5CC625-CD4F-F9C5-5E5D-05B78AE7CEE1}"/>
              </a:ext>
            </a:extLst>
          </p:cNvPr>
          <p:cNvSpPr>
            <a:spLocks noGrp="1"/>
          </p:cNvSpPr>
          <p:nvPr>
            <p:ph type="ftr" sz="quarter" idx="17"/>
          </p:nvPr>
        </p:nvSpPr>
        <p:spPr>
          <a:xfrm>
            <a:off x="8165592" y="6318504"/>
            <a:ext cx="2333520" cy="365760"/>
          </a:xfrm>
        </p:spPr>
        <p:txBody>
          <a:bodyPr/>
          <a:lstStyle/>
          <a:p>
            <a:endParaRPr lang="en-US"/>
          </a:p>
        </p:txBody>
      </p:sp>
      <p:sp>
        <p:nvSpPr>
          <p:cNvPr id="4" name="Date Placeholder 3">
            <a:extLst>
              <a:ext uri="{FF2B5EF4-FFF2-40B4-BE49-F238E27FC236}">
                <a16:creationId xmlns:a16="http://schemas.microsoft.com/office/drawing/2014/main" id="{1762B38A-33A6-F8AC-C9B9-FA400D29071B}"/>
              </a:ext>
            </a:extLst>
          </p:cNvPr>
          <p:cNvSpPr>
            <a:spLocks noGrp="1"/>
          </p:cNvSpPr>
          <p:nvPr>
            <p:ph type="dt" sz="half" idx="16"/>
          </p:nvPr>
        </p:nvSpPr>
        <p:spPr>
          <a:xfrm>
            <a:off x="10504406" y="6318504"/>
            <a:ext cx="1062754" cy="365760"/>
          </a:xfrm>
        </p:spPr>
        <p:txBody>
          <a:bodyPr/>
          <a:lstStyle/>
          <a:p>
            <a:fld id="{3AEEF7F6-ECFE-4473-B3E9-C91BE833927A}" type="datetimeFigureOut">
              <a:rPr lang="en-US" smtClean="0"/>
              <a:t>10/11/2025</a:t>
            </a:fld>
            <a:endParaRPr lang="en-US"/>
          </a:p>
        </p:txBody>
      </p:sp>
      <p:sp>
        <p:nvSpPr>
          <p:cNvPr id="13" name="Slide Number Placeholder 12">
            <a:extLst>
              <a:ext uri="{FF2B5EF4-FFF2-40B4-BE49-F238E27FC236}">
                <a16:creationId xmlns:a16="http://schemas.microsoft.com/office/drawing/2014/main" id="{E5B1B358-15B5-2BEF-0B1B-0BC9F05FFA1A}"/>
              </a:ext>
            </a:extLst>
          </p:cNvPr>
          <p:cNvSpPr>
            <a:spLocks noGrp="1"/>
          </p:cNvSpPr>
          <p:nvPr>
            <p:ph type="sldNum" sz="quarter" idx="18"/>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36457951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3401568" cy="1444752"/>
          </a:xfrm>
        </p:spPr>
        <p:txBody>
          <a:bodyPr anchor="b"/>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2648" y="2084832"/>
            <a:ext cx="3401568" cy="416966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8" y="6318504"/>
            <a:ext cx="1975502" cy="365760"/>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588150" y="6318504"/>
            <a:ext cx="1014586" cy="365760"/>
          </a:xfrm>
        </p:spPr>
        <p:txBody>
          <a:bodyPr/>
          <a:lstStyle>
            <a:lvl1pPr>
              <a:defRPr>
                <a:solidFill>
                  <a:schemeClr val="tx1"/>
                </a:solidFill>
                <a:effectLst/>
              </a:defRPr>
            </a:lvl1pPr>
          </a:lstStyle>
          <a:p>
            <a:fld id="{3AEEF7F6-ECFE-4473-B3E9-C91BE833927A}" type="datetimeFigureOut">
              <a:rPr lang="en-US" smtClean="0"/>
              <a:t>10/11/2025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520440" y="6318504"/>
            <a:ext cx="493776" cy="365760"/>
          </a:xfrm>
        </p:spPr>
        <p:txBody>
          <a:bodyPr/>
          <a:lstStyle/>
          <a:p>
            <a:fld id="{5DAD859A-2C66-45B9-9A71-3CF205EC2D4A}" type="slidenum">
              <a:rPr lang="en-US" smtClean="0"/>
              <a:t>‹#›</a:t>
            </a:fld>
            <a:endParaRPr lang="en-US"/>
          </a:p>
        </p:txBody>
      </p:sp>
      <p:sp>
        <p:nvSpPr>
          <p:cNvPr id="10" name="Picture Placeholder 9">
            <a:extLst>
              <a:ext uri="{FF2B5EF4-FFF2-40B4-BE49-F238E27FC236}">
                <a16:creationId xmlns:a16="http://schemas.microsoft.com/office/drawing/2014/main" id="{85A6D87B-55DF-483B-0AF7-E6F2B6041C80}"/>
              </a:ext>
            </a:extLst>
          </p:cNvPr>
          <p:cNvSpPr>
            <a:spLocks noGrp="1"/>
          </p:cNvSpPr>
          <p:nvPr>
            <p:ph type="pic" sz="quarter" idx="15" hasCustomPrompt="1"/>
          </p:nvPr>
        </p:nvSpPr>
        <p:spPr>
          <a:xfrm>
            <a:off x="4802819" y="0"/>
            <a:ext cx="7265819" cy="6858000"/>
          </a:xfrm>
          <a:blipFill dpi="0" rotWithShape="1">
            <a:blip r:embed="rId2">
              <a:alphaModFix amt="70000"/>
            </a:blip>
            <a:srcRect/>
            <a:stretch>
              <a:fillRect/>
            </a:stretch>
          </a:blipFill>
        </p:spPr>
        <p:txBody>
          <a:bodyPr/>
          <a:lstStyle>
            <a:lvl1pPr marL="0" indent="0">
              <a:buNone/>
              <a:defRPr/>
            </a:lvl1pPr>
          </a:lstStyle>
          <a:p>
            <a:r>
              <a:rPr lang="en-US" dirty="0"/>
              <a:t> </a:t>
            </a:r>
          </a:p>
        </p:txBody>
      </p:sp>
      <p:grpSp>
        <p:nvGrpSpPr>
          <p:cNvPr id="11" name="Group 10">
            <a:extLst>
              <a:ext uri="{FF2B5EF4-FFF2-40B4-BE49-F238E27FC236}">
                <a16:creationId xmlns:a16="http://schemas.microsoft.com/office/drawing/2014/main" id="{DCFD1FA7-C4E8-DE5C-3B9D-DCD115B6C327}"/>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4C133272-DC27-4D54-F532-D2039EAA5D95}"/>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9C8420D-B6AB-D6E7-38A4-FFF30B404590}"/>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49277278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65592" y="1008126"/>
            <a:ext cx="3401567" cy="1947672"/>
          </a:xfrm>
        </p:spPr>
        <p:txBody>
          <a:bodyPr anchor="b"/>
          <a:lstStyle/>
          <a:p>
            <a:r>
              <a:rPr lang="en-US"/>
              <a:t>Click to edit Master title style</a:t>
            </a:r>
            <a:endParaRPr lang="en-US" dirty="0"/>
          </a:p>
        </p:txBody>
      </p:sp>
      <p:sp>
        <p:nvSpPr>
          <p:cNvPr id="10" name="Picture Placeholder 9">
            <a:extLst>
              <a:ext uri="{FF2B5EF4-FFF2-40B4-BE49-F238E27FC236}">
                <a16:creationId xmlns:a16="http://schemas.microsoft.com/office/drawing/2014/main" id="{F93A3E8A-C3F5-3D0B-FDE4-68B52DFE7196}"/>
              </a:ext>
            </a:extLst>
          </p:cNvPr>
          <p:cNvSpPr>
            <a:spLocks noGrp="1"/>
          </p:cNvSpPr>
          <p:nvPr>
            <p:ph type="pic" sz="quarter" idx="15" hasCustomPrompt="1"/>
          </p:nvPr>
        </p:nvSpPr>
        <p:spPr>
          <a:xfrm>
            <a:off x="115866" y="0"/>
            <a:ext cx="7397496" cy="6858000"/>
          </a:xfrm>
          <a:blipFill dpi="0" rotWithShape="1">
            <a:blip r:embed="rId2">
              <a:alphaModFix amt="70000"/>
            </a:blip>
            <a:srcRect/>
            <a:stretch>
              <a:fillRect/>
            </a:stretch>
          </a:blipFill>
        </p:spPr>
        <p:txBody>
          <a:bodyPr/>
          <a:lstStyle>
            <a:lvl1pPr marL="0" indent="0">
              <a:buNone/>
              <a:defRPr/>
            </a:lvl1pPr>
          </a:lstStyle>
          <a:p>
            <a:r>
              <a:rPr lang="en-US" dirty="0"/>
              <a:t> </a:t>
            </a:r>
          </a:p>
        </p:txBody>
      </p:sp>
      <p:grpSp>
        <p:nvGrpSpPr>
          <p:cNvPr id="11" name="Group 10">
            <a:extLst>
              <a:ext uri="{FF2B5EF4-FFF2-40B4-BE49-F238E27FC236}">
                <a16:creationId xmlns:a16="http://schemas.microsoft.com/office/drawing/2014/main" id="{E02754B6-EAB4-945C-FC4E-F8F7D453BCCD}"/>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12" name="Rectangle 11">
              <a:extLst>
                <a:ext uri="{FF2B5EF4-FFF2-40B4-BE49-F238E27FC236}">
                  <a16:creationId xmlns:a16="http://schemas.microsoft.com/office/drawing/2014/main" id="{A699CF6F-40DA-4FCF-FBCF-9907CB96FB7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7C8A1CA-3094-3344-5C05-30F5E18CD02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65592" y="3099816"/>
            <a:ext cx="3401567" cy="3054096"/>
          </a:xfrm>
        </p:spPr>
        <p:txBody>
          <a:bodyPr>
            <a:normAutofit/>
          </a:bodyPr>
          <a:lstStyle>
            <a:lvl1pPr marL="0" indent="0">
              <a:buNone/>
              <a:defRPr sz="16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8D8C8E1E-13A9-668C-1F5C-BC271E6A05CF}"/>
              </a:ext>
            </a:extLst>
          </p:cNvPr>
          <p:cNvSpPr>
            <a:spLocks noGrp="1"/>
          </p:cNvSpPr>
          <p:nvPr>
            <p:ph type="ftr" sz="quarter" idx="17"/>
          </p:nvPr>
        </p:nvSpPr>
        <p:spPr>
          <a:xfrm>
            <a:off x="8165592" y="6318504"/>
            <a:ext cx="2331720" cy="365760"/>
          </a:xfrm>
        </p:spPr>
        <p:txBody>
          <a:bodyPr/>
          <a:lstStyle/>
          <a:p>
            <a:endParaRPr lang="en-US"/>
          </a:p>
        </p:txBody>
      </p:sp>
      <p:sp>
        <p:nvSpPr>
          <p:cNvPr id="3" name="Date Placeholder 2">
            <a:extLst>
              <a:ext uri="{FF2B5EF4-FFF2-40B4-BE49-F238E27FC236}">
                <a16:creationId xmlns:a16="http://schemas.microsoft.com/office/drawing/2014/main" id="{99BE2343-B677-7565-070B-CEED0B0D5463}"/>
              </a:ext>
            </a:extLst>
          </p:cNvPr>
          <p:cNvSpPr>
            <a:spLocks noGrp="1"/>
          </p:cNvSpPr>
          <p:nvPr>
            <p:ph type="dt" sz="half" idx="16"/>
          </p:nvPr>
        </p:nvSpPr>
        <p:spPr>
          <a:xfrm>
            <a:off x="10497312" y="6318504"/>
            <a:ext cx="1069847" cy="365760"/>
          </a:xfrm>
        </p:spPr>
        <p:txBody>
          <a:bodyPr/>
          <a:lstStyle/>
          <a:p>
            <a:fld id="{3AEEF7F6-ECFE-4473-B3E9-C91BE833927A}" type="datetimeFigureOut">
              <a:rPr lang="en-US" smtClean="0"/>
              <a:t>10/11/2025</a:t>
            </a:fld>
            <a:endParaRPr lang="en-US"/>
          </a:p>
        </p:txBody>
      </p:sp>
      <p:sp>
        <p:nvSpPr>
          <p:cNvPr id="9" name="Slide Number Placeholder 8">
            <a:extLst>
              <a:ext uri="{FF2B5EF4-FFF2-40B4-BE49-F238E27FC236}">
                <a16:creationId xmlns:a16="http://schemas.microsoft.com/office/drawing/2014/main" id="{394BC881-6669-50F2-64F2-57BD81A93BCE}"/>
              </a:ext>
            </a:extLst>
          </p:cNvPr>
          <p:cNvSpPr>
            <a:spLocks noGrp="1"/>
          </p:cNvSpPr>
          <p:nvPr>
            <p:ph type="sldNum" sz="quarter" idx="18"/>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207390432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4956312"/>
            <a:ext cx="3647839" cy="1420235"/>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4" name="Picture Placeholder 3">
            <a:extLst>
              <a:ext uri="{FF2B5EF4-FFF2-40B4-BE49-F238E27FC236}">
                <a16:creationId xmlns:a16="http://schemas.microsoft.com/office/drawing/2014/main" id="{1C17E7B2-E2F9-D41D-D140-E89E0C3F5B96}"/>
              </a:ext>
            </a:extLst>
          </p:cNvPr>
          <p:cNvSpPr>
            <a:spLocks noGrp="1"/>
          </p:cNvSpPr>
          <p:nvPr>
            <p:ph type="pic" sz="quarter" idx="16" hasCustomPrompt="1"/>
          </p:nvPr>
        </p:nvSpPr>
        <p:spPr>
          <a:xfrm>
            <a:off x="0" y="1"/>
            <a:ext cx="12192000" cy="4591025"/>
          </a:xfrm>
          <a:blipFill dpi="0" rotWithShape="1">
            <a:blip r:embed="rId2">
              <a:alphaModFix amt="70000"/>
            </a:blip>
            <a:srcRect/>
            <a:stretch>
              <a:fillRect/>
            </a:stretch>
          </a:blipFill>
        </p:spPr>
        <p:txBody>
          <a:bodyPr/>
          <a:lstStyle>
            <a:lvl1pPr marL="0" indent="0">
              <a:buNone/>
              <a:defRPr/>
            </a:lvl1pPr>
          </a:lstStyle>
          <a:p>
            <a:r>
              <a:rPr lang="en-US" dirty="0"/>
              <a:t> </a:t>
            </a:r>
          </a:p>
        </p:txBody>
      </p:sp>
      <p:grpSp>
        <p:nvGrpSpPr>
          <p:cNvPr id="9" name="Group 8">
            <a:extLst>
              <a:ext uri="{FF2B5EF4-FFF2-40B4-BE49-F238E27FC236}">
                <a16:creationId xmlns:a16="http://schemas.microsoft.com/office/drawing/2014/main" id="{7A6CD91D-B3A8-3626-F189-B9F77A315DD9}"/>
              </a:ext>
              <a:ext uri="{C183D7F6-B498-43B3-948B-1728B52AA6E4}">
                <adec:decorative xmlns:adec="http://schemas.microsoft.com/office/drawing/2017/decorative" val="1"/>
              </a:ext>
            </a:extLst>
          </p:cNvPr>
          <p:cNvGrpSpPr/>
          <p:nvPr/>
        </p:nvGrpSpPr>
        <p:grpSpPr>
          <a:xfrm rot="10800000">
            <a:off x="0" y="4591027"/>
            <a:ext cx="12198096" cy="123363"/>
            <a:chOff x="-5025" y="6737718"/>
            <a:chExt cx="12207200" cy="123363"/>
          </a:xfrm>
        </p:grpSpPr>
        <p:sp>
          <p:nvSpPr>
            <p:cNvPr id="10" name="Rectangle 9">
              <a:extLst>
                <a:ext uri="{FF2B5EF4-FFF2-40B4-BE49-F238E27FC236}">
                  <a16:creationId xmlns:a16="http://schemas.microsoft.com/office/drawing/2014/main" id="{6869147E-E51A-3B94-6CD8-EE629F879704}"/>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DCD771F-7FFC-BCEC-B388-8883BD9CBC61}"/>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257800" y="4956312"/>
            <a:ext cx="6309360" cy="1420235"/>
          </a:xfrm>
        </p:spPr>
        <p:txBody>
          <a:bodyPr>
            <a:norm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400"/>
            </a:lvl3pPr>
            <a:lvl4pPr marL="685800" indent="0">
              <a:buFont typeface="Arial" panose="020B0604020202020204" pitchFamily="34" charset="0"/>
              <a:buNone/>
              <a:defRPr sz="1400"/>
            </a:lvl4pPr>
            <a:lvl5pPr marL="914400" indent="0">
              <a:buFont typeface="Arial" panose="020B0604020202020204" pitchFamily="34" charse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3AEEF7F6-ECFE-4473-B3E9-C91BE833927A}" type="datetimeFigureOut">
              <a:rPr lang="en-US" smtClean="0"/>
              <a:t>10/11/2025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5222791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4093596"/>
            <a:ext cx="2953618" cy="2007912"/>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12" name="Picture Placeholder 11">
            <a:extLst>
              <a:ext uri="{FF2B5EF4-FFF2-40B4-BE49-F238E27FC236}">
                <a16:creationId xmlns:a16="http://schemas.microsoft.com/office/drawing/2014/main" id="{B8FB154D-4A60-735B-FA5C-F17F96D0F7DD}"/>
              </a:ext>
            </a:extLst>
          </p:cNvPr>
          <p:cNvSpPr>
            <a:spLocks noGrp="1"/>
          </p:cNvSpPr>
          <p:nvPr>
            <p:ph type="pic" sz="quarter" idx="15" hasCustomPrompt="1"/>
          </p:nvPr>
        </p:nvSpPr>
        <p:spPr>
          <a:xfrm>
            <a:off x="0" y="0"/>
            <a:ext cx="12192000" cy="3700807"/>
          </a:xfrm>
          <a:blipFill dpi="0" rotWithShape="1">
            <a:blip r:embed="rId2">
              <a:alphaModFix amt="7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68555" y="4093596"/>
            <a:ext cx="7298605" cy="2289578"/>
          </a:xfrm>
        </p:spPr>
        <p:txBody>
          <a:bodyPr>
            <a:norm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Footer Placeholder 13">
            <a:extLst>
              <a:ext uri="{FF2B5EF4-FFF2-40B4-BE49-F238E27FC236}">
                <a16:creationId xmlns:a16="http://schemas.microsoft.com/office/drawing/2014/main" id="{3BD91724-58CE-FA68-1E24-9CD57621C129}"/>
              </a:ext>
            </a:extLst>
          </p:cNvPr>
          <p:cNvSpPr>
            <a:spLocks noGrp="1"/>
          </p:cNvSpPr>
          <p:nvPr>
            <p:ph type="ftr" sz="quarter" idx="17"/>
          </p:nvPr>
        </p:nvSpPr>
        <p:spPr/>
        <p:txBody>
          <a:bodyPr/>
          <a:lstStyle/>
          <a:p>
            <a:endParaRPr lang="en-US"/>
          </a:p>
        </p:txBody>
      </p:sp>
      <p:sp>
        <p:nvSpPr>
          <p:cNvPr id="13" name="Date Placeholder 12">
            <a:extLst>
              <a:ext uri="{FF2B5EF4-FFF2-40B4-BE49-F238E27FC236}">
                <a16:creationId xmlns:a16="http://schemas.microsoft.com/office/drawing/2014/main" id="{9AA293A1-7F80-90D9-D8FF-27238ADD7956}"/>
              </a:ext>
            </a:extLst>
          </p:cNvPr>
          <p:cNvSpPr>
            <a:spLocks noGrp="1"/>
          </p:cNvSpPr>
          <p:nvPr>
            <p:ph type="dt" sz="half" idx="16"/>
          </p:nvPr>
        </p:nvSpPr>
        <p:spPr/>
        <p:txBody>
          <a:bodyPr/>
          <a:lstStyle/>
          <a:p>
            <a:fld id="{3AEEF7F6-ECFE-4473-B3E9-C91BE833927A}" type="datetimeFigureOut">
              <a:rPr lang="en-US" smtClean="0"/>
              <a:t>10/11/2025</a:t>
            </a:fld>
            <a:endParaRPr lang="en-US"/>
          </a:p>
        </p:txBody>
      </p:sp>
      <p:sp>
        <p:nvSpPr>
          <p:cNvPr id="15" name="Slide Number Placeholder 14">
            <a:extLst>
              <a:ext uri="{FF2B5EF4-FFF2-40B4-BE49-F238E27FC236}">
                <a16:creationId xmlns:a16="http://schemas.microsoft.com/office/drawing/2014/main" id="{3B9AC797-2D9B-C7AC-550D-157FEDA3800D}"/>
              </a:ext>
            </a:extLst>
          </p:cNvPr>
          <p:cNvSpPr>
            <a:spLocks noGrp="1"/>
          </p:cNvSpPr>
          <p:nvPr>
            <p:ph type="sldNum" sz="quarter" idx="18"/>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83248713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2">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0333CDCF-1D03-5851-5ADE-6C229D9C93F1}"/>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436CADBC-4985-70E0-56BE-1C8385BBCBD0}"/>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31B3299-F1D4-88B7-5B22-7D623606691F}"/>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87978"/>
            <a:ext cx="10954512" cy="969264"/>
          </a:xfrm>
        </p:spPr>
        <p:txBody>
          <a:bodyPr anchor="ctr"/>
          <a:lstStyle/>
          <a:p>
            <a:r>
              <a:rPr lang="en-US"/>
              <a:t>Click to edit Master title style</a:t>
            </a:r>
            <a:endParaRPr lang="en-US" dirty="0"/>
          </a:p>
        </p:txBody>
      </p:sp>
      <p:sp>
        <p:nvSpPr>
          <p:cNvPr id="9" name="Picture Placeholder 8">
            <a:extLst>
              <a:ext uri="{FF2B5EF4-FFF2-40B4-BE49-F238E27FC236}">
                <a16:creationId xmlns:a16="http://schemas.microsoft.com/office/drawing/2014/main" id="{65C3B04B-96C8-DA90-9593-3508CE34B4EE}"/>
              </a:ext>
            </a:extLst>
          </p:cNvPr>
          <p:cNvSpPr>
            <a:spLocks noGrp="1"/>
          </p:cNvSpPr>
          <p:nvPr>
            <p:ph type="pic" sz="quarter" idx="15" hasCustomPrompt="1"/>
          </p:nvPr>
        </p:nvSpPr>
        <p:spPr>
          <a:xfrm>
            <a:off x="612648" y="1801367"/>
            <a:ext cx="6550152" cy="4489704"/>
          </a:xfrm>
          <a:blipFill dpi="0" rotWithShape="1">
            <a:blip r:embed="rId2">
              <a:alphaModFix amt="7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848600" y="1801367"/>
            <a:ext cx="3718561" cy="448970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2E02B3BF-7794-675C-7382-345519B43BE3}"/>
              </a:ext>
            </a:extLst>
          </p:cNvPr>
          <p:cNvSpPr>
            <a:spLocks noGrp="1"/>
          </p:cNvSpPr>
          <p:nvPr>
            <p:ph type="ftr" sz="quarter" idx="17"/>
          </p:nvPr>
        </p:nvSpPr>
        <p:spPr/>
        <p:txBody>
          <a:bodyPr/>
          <a:lstStyle/>
          <a:p>
            <a:endParaRPr lang="en-US"/>
          </a:p>
        </p:txBody>
      </p:sp>
      <p:sp>
        <p:nvSpPr>
          <p:cNvPr id="3" name="Date Placeholder 2">
            <a:extLst>
              <a:ext uri="{FF2B5EF4-FFF2-40B4-BE49-F238E27FC236}">
                <a16:creationId xmlns:a16="http://schemas.microsoft.com/office/drawing/2014/main" id="{08303468-1991-7CCF-2C67-0B5A3850BAD1}"/>
              </a:ext>
            </a:extLst>
          </p:cNvPr>
          <p:cNvSpPr>
            <a:spLocks noGrp="1"/>
          </p:cNvSpPr>
          <p:nvPr>
            <p:ph type="dt" sz="half" idx="16"/>
          </p:nvPr>
        </p:nvSpPr>
        <p:spPr/>
        <p:txBody>
          <a:bodyPr/>
          <a:lstStyle/>
          <a:p>
            <a:fld id="{3AEEF7F6-ECFE-4473-B3E9-C91BE833927A}" type="datetimeFigureOut">
              <a:rPr lang="en-US" smtClean="0"/>
              <a:t>10/11/2025</a:t>
            </a:fld>
            <a:endParaRPr lang="en-US"/>
          </a:p>
        </p:txBody>
      </p:sp>
      <p:sp>
        <p:nvSpPr>
          <p:cNvPr id="10" name="Slide Number Placeholder 9">
            <a:extLst>
              <a:ext uri="{FF2B5EF4-FFF2-40B4-BE49-F238E27FC236}">
                <a16:creationId xmlns:a16="http://schemas.microsoft.com/office/drawing/2014/main" id="{5AF75D71-C32E-4EF6-2C8E-B5F29DBF4D14}"/>
              </a:ext>
            </a:extLst>
          </p:cNvPr>
          <p:cNvSpPr>
            <a:spLocks noGrp="1"/>
          </p:cNvSpPr>
          <p:nvPr>
            <p:ph type="sldNum" sz="quarter" idx="18"/>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24661953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3">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6287667-A4F8-6B7A-7C1E-415768F3B3AA}"/>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9" name="Rectangle 8">
              <a:extLst>
                <a:ext uri="{FF2B5EF4-FFF2-40B4-BE49-F238E27FC236}">
                  <a16:creationId xmlns:a16="http://schemas.microsoft.com/office/drawing/2014/main" id="{860F260A-40A1-ED4C-F5A8-F915D3BDB7F5}"/>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79CD2C2-2541-1223-03B1-97955C134718}"/>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669536" cy="1453896"/>
          </a:xfrm>
        </p:spPr>
        <p:txBody>
          <a:bodyPr anchor="t"/>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612648" y="2293938"/>
            <a:ext cx="4669536" cy="4024566"/>
          </a:xfrm>
          <a:blipFill dpi="0" rotWithShape="1">
            <a:blip r:embed="rId2">
              <a:alphaModFix amt="7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02919"/>
            <a:ext cx="5471160" cy="58155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Footer Placeholder 10">
            <a:extLst>
              <a:ext uri="{FF2B5EF4-FFF2-40B4-BE49-F238E27FC236}">
                <a16:creationId xmlns:a16="http://schemas.microsoft.com/office/drawing/2014/main" id="{F3134235-8D6E-735A-EBA0-BA533F60F020}"/>
              </a:ext>
            </a:extLst>
          </p:cNvPr>
          <p:cNvSpPr>
            <a:spLocks noGrp="1"/>
          </p:cNvSpPr>
          <p:nvPr>
            <p:ph type="ftr" sz="quarter" idx="17"/>
          </p:nvPr>
        </p:nvSpPr>
        <p:spPr/>
        <p:txBody>
          <a:bodyPr/>
          <a:lstStyle/>
          <a:p>
            <a:endParaRPr lang="en-US"/>
          </a:p>
        </p:txBody>
      </p:sp>
      <p:sp>
        <p:nvSpPr>
          <p:cNvPr id="10" name="Date Placeholder 9">
            <a:extLst>
              <a:ext uri="{FF2B5EF4-FFF2-40B4-BE49-F238E27FC236}">
                <a16:creationId xmlns:a16="http://schemas.microsoft.com/office/drawing/2014/main" id="{9D2F68ED-5552-E109-B7F4-671217CABF2D}"/>
              </a:ext>
            </a:extLst>
          </p:cNvPr>
          <p:cNvSpPr>
            <a:spLocks noGrp="1"/>
          </p:cNvSpPr>
          <p:nvPr>
            <p:ph type="dt" sz="half" idx="16"/>
          </p:nvPr>
        </p:nvSpPr>
        <p:spPr/>
        <p:txBody>
          <a:bodyPr/>
          <a:lstStyle/>
          <a:p>
            <a:fld id="{3AEEF7F6-ECFE-4473-B3E9-C91BE833927A}" type="datetimeFigureOut">
              <a:rPr lang="en-US" smtClean="0"/>
              <a:t>10/11/2025</a:t>
            </a:fld>
            <a:endParaRPr lang="en-US"/>
          </a:p>
        </p:txBody>
      </p:sp>
      <p:sp>
        <p:nvSpPr>
          <p:cNvPr id="12" name="Slide Number Placeholder 11">
            <a:extLst>
              <a:ext uri="{FF2B5EF4-FFF2-40B4-BE49-F238E27FC236}">
                <a16:creationId xmlns:a16="http://schemas.microsoft.com/office/drawing/2014/main" id="{573B9B49-4584-CFEF-738F-BE68D009CEA3}"/>
              </a:ext>
            </a:extLst>
          </p:cNvPr>
          <p:cNvSpPr>
            <a:spLocks noGrp="1"/>
          </p:cNvSpPr>
          <p:nvPr>
            <p:ph type="sldNum" sz="quarter" idx="18"/>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87139171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4">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53C02DA-0C9D-12C9-42BB-CC4820B41CF2}"/>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0" name="Rectangle 9">
              <a:extLst>
                <a:ext uri="{FF2B5EF4-FFF2-40B4-BE49-F238E27FC236}">
                  <a16:creationId xmlns:a16="http://schemas.microsoft.com/office/drawing/2014/main" id="{43680A20-A590-D755-5AA0-BAF1B1402907}"/>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6CA06CF-7B14-32D2-2412-3434710512E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3645980" cy="1453896"/>
          </a:xfrm>
        </p:spPr>
        <p:txBody>
          <a:bodyPr anchor="t"/>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612648" y="2293938"/>
            <a:ext cx="3645980" cy="4024565"/>
          </a:xfrm>
          <a:blipFill dpi="0" rotWithShape="1">
            <a:blip r:embed="rId2">
              <a:alphaModFix amt="7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212227" y="502919"/>
            <a:ext cx="6354933" cy="58155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Footer Placeholder 11">
            <a:extLst>
              <a:ext uri="{FF2B5EF4-FFF2-40B4-BE49-F238E27FC236}">
                <a16:creationId xmlns:a16="http://schemas.microsoft.com/office/drawing/2014/main" id="{0BFB2EA8-AADE-E8CD-890F-EA9F9968B253}"/>
              </a:ext>
            </a:extLst>
          </p:cNvPr>
          <p:cNvSpPr>
            <a:spLocks noGrp="1"/>
          </p:cNvSpPr>
          <p:nvPr>
            <p:ph type="ftr" sz="quarter" idx="17"/>
          </p:nvPr>
        </p:nvSpPr>
        <p:spPr/>
        <p:txBody>
          <a:bodyPr/>
          <a:lstStyle/>
          <a:p>
            <a:endParaRPr lang="en-US"/>
          </a:p>
        </p:txBody>
      </p:sp>
      <p:sp>
        <p:nvSpPr>
          <p:cNvPr id="3" name="Date Placeholder 2">
            <a:extLst>
              <a:ext uri="{FF2B5EF4-FFF2-40B4-BE49-F238E27FC236}">
                <a16:creationId xmlns:a16="http://schemas.microsoft.com/office/drawing/2014/main" id="{FB8772B0-B493-B608-E389-35329DEF2016}"/>
              </a:ext>
            </a:extLst>
          </p:cNvPr>
          <p:cNvSpPr>
            <a:spLocks noGrp="1"/>
          </p:cNvSpPr>
          <p:nvPr>
            <p:ph type="dt" sz="half" idx="16"/>
          </p:nvPr>
        </p:nvSpPr>
        <p:spPr/>
        <p:txBody>
          <a:bodyPr/>
          <a:lstStyle/>
          <a:p>
            <a:fld id="{3AEEF7F6-ECFE-4473-B3E9-C91BE833927A}" type="datetimeFigureOut">
              <a:rPr lang="en-US" smtClean="0"/>
              <a:t>10/11/2025</a:t>
            </a:fld>
            <a:endParaRPr lang="en-US"/>
          </a:p>
        </p:txBody>
      </p:sp>
      <p:sp>
        <p:nvSpPr>
          <p:cNvPr id="13" name="Slide Number Placeholder 12">
            <a:extLst>
              <a:ext uri="{FF2B5EF4-FFF2-40B4-BE49-F238E27FC236}">
                <a16:creationId xmlns:a16="http://schemas.microsoft.com/office/drawing/2014/main" id="{D854D38F-A697-A216-CCCB-0C1A9DCBD2FC}"/>
              </a:ext>
            </a:extLst>
          </p:cNvPr>
          <p:cNvSpPr>
            <a:spLocks noGrp="1"/>
          </p:cNvSpPr>
          <p:nvPr>
            <p:ph type="sldNum" sz="quarter" idx="18"/>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273026837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Number Large">
    <p:bg>
      <p:bgRef idx="1001">
        <a:schemeClr val="bg1"/>
      </p:bgRef>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B93BC13-F3D8-0BDA-D1BF-7B8E455AC066}"/>
              </a:ext>
            </a:extLst>
          </p:cNvPr>
          <p:cNvSpPr/>
          <p:nvPr/>
        </p:nvSpPr>
        <p:spPr>
          <a:xfrm>
            <a:off x="0" y="0"/>
            <a:ext cx="1219200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27362B5B-CACD-7203-74DE-7B0BBF7D69CE}"/>
              </a:ext>
            </a:extLst>
          </p:cNvPr>
          <p:cNvGrpSpPr/>
          <p:nvPr/>
        </p:nvGrpSpPr>
        <p:grpSpPr>
          <a:xfrm>
            <a:off x="-22276" y="-6922"/>
            <a:ext cx="12214276" cy="6869101"/>
            <a:chOff x="-22276" y="-6922"/>
            <a:chExt cx="12214276" cy="6869101"/>
          </a:xfrm>
        </p:grpSpPr>
        <p:sp>
          <p:nvSpPr>
            <p:cNvPr id="9" name="Rectangle 8">
              <a:extLst>
                <a:ext uri="{FF2B5EF4-FFF2-40B4-BE49-F238E27FC236}">
                  <a16:creationId xmlns:a16="http://schemas.microsoft.com/office/drawing/2014/main" id="{7D6A753B-AD01-7A7A-4F2D-C75592EC67B9}"/>
                </a:ext>
              </a:extLst>
            </p:cNvPr>
            <p:cNvSpPr/>
            <p:nvPr/>
          </p:nvSpPr>
          <p:spPr>
            <a:xfrm rot="5400000">
              <a:off x="2655863" y="-2678137"/>
              <a:ext cx="6857999" cy="12214275"/>
            </a:xfrm>
            <a:prstGeom prst="rect">
              <a:avLst/>
            </a:prstGeom>
            <a:gradFill>
              <a:gsLst>
                <a:gs pos="0">
                  <a:schemeClr val="accent2"/>
                </a:gs>
                <a:gs pos="93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0" name="Rectangle 9">
              <a:extLst>
                <a:ext uri="{FF2B5EF4-FFF2-40B4-BE49-F238E27FC236}">
                  <a16:creationId xmlns:a16="http://schemas.microsoft.com/office/drawing/2014/main" id="{33E82525-BA9A-AA08-8DF0-B77178C6BC45}"/>
                </a:ext>
              </a:extLst>
            </p:cNvPr>
            <p:cNvSpPr/>
            <p:nvPr/>
          </p:nvSpPr>
          <p:spPr>
            <a:xfrm rot="16200000">
              <a:off x="3197276" y="-2132545"/>
              <a:ext cx="6850175" cy="11139273"/>
            </a:xfrm>
            <a:prstGeom prst="rect">
              <a:avLst/>
            </a:prstGeom>
            <a:gradFill flip="none" rotWithShape="1">
              <a:gsLst>
                <a:gs pos="0">
                  <a:schemeClr val="accent5">
                    <a:lumMod val="75000"/>
                  </a:schemeClr>
                </a:gs>
                <a:gs pos="32000">
                  <a:schemeClr val="accent5">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1" name="Rectangle 10">
              <a:extLst>
                <a:ext uri="{FF2B5EF4-FFF2-40B4-BE49-F238E27FC236}">
                  <a16:creationId xmlns:a16="http://schemas.microsoft.com/office/drawing/2014/main" id="{0A4B5202-8712-82B4-1B42-E7E4336E8698}"/>
                </a:ext>
              </a:extLst>
            </p:cNvPr>
            <p:cNvSpPr/>
            <p:nvPr/>
          </p:nvSpPr>
          <p:spPr>
            <a:xfrm flipH="1">
              <a:off x="-22276" y="-6922"/>
              <a:ext cx="3849318" cy="6864922"/>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2" name="Rectangle 11">
              <a:extLst>
                <a:ext uri="{FF2B5EF4-FFF2-40B4-BE49-F238E27FC236}">
                  <a16:creationId xmlns:a16="http://schemas.microsoft.com/office/drawing/2014/main" id="{D95172D8-9117-7FB7-2347-567B5663C510}"/>
                </a:ext>
                <a:ext uri="{C183D7F6-B498-43B3-948B-1728B52AA6E4}">
                  <adec:decorative xmlns:adec="http://schemas.microsoft.com/office/drawing/2017/decorative" val="1"/>
                </a:ext>
              </a:extLst>
            </p:cNvPr>
            <p:cNvSpPr/>
            <p:nvPr/>
          </p:nvSpPr>
          <p:spPr>
            <a:xfrm rot="5400000">
              <a:off x="6189691" y="-743112"/>
              <a:ext cx="5263375" cy="6741243"/>
            </a:xfrm>
            <a:prstGeom prst="rect">
              <a:avLst/>
            </a:prstGeom>
            <a:gradFill flip="none" rotWithShape="1">
              <a:gsLst>
                <a:gs pos="2000">
                  <a:schemeClr val="accent5">
                    <a:lumMod val="60000"/>
                    <a:lumOff val="40000"/>
                    <a:alpha val="68000"/>
                  </a:schemeClr>
                </a:gs>
                <a:gs pos="48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1143000" y="4928616"/>
            <a:ext cx="9912096" cy="1545336"/>
          </a:xfrm>
        </p:spPr>
        <p:txBody>
          <a:bodyPr anchor="t">
            <a:normAutofit/>
          </a:bodyPr>
          <a:lstStyle>
            <a:lvl1pPr algn="ctr">
              <a:lnSpc>
                <a:spcPct val="120000"/>
              </a:lnSpc>
              <a:defRPr sz="2800">
                <a:solidFill>
                  <a:schemeClr val="tx1"/>
                </a:solidFill>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530352" y="978408"/>
            <a:ext cx="11137392" cy="4114800"/>
          </a:xfrm>
        </p:spPr>
        <p:txBody>
          <a:bodyPr anchor="b">
            <a:normAutofit/>
          </a:bodyPr>
          <a:lstStyle>
            <a:lvl1pPr marL="0" indent="0" algn="ctr">
              <a:lnSpc>
                <a:spcPct val="90000"/>
              </a:lnSpc>
              <a:buNone/>
              <a:defRPr sz="27800" b="1">
                <a:solidFill>
                  <a:schemeClr val="tx1"/>
                </a:solidFill>
              </a:defRPr>
            </a:lvl1pPr>
          </a:lstStyle>
          <a:p>
            <a:pPr lvl="0"/>
            <a:r>
              <a:rPr lang="en-US" dirty="0"/>
              <a:t>##%</a:t>
            </a:r>
          </a:p>
        </p:txBody>
      </p:sp>
      <p:sp>
        <p:nvSpPr>
          <p:cNvPr id="3" name="Footer Placeholder 2">
            <a:extLst>
              <a:ext uri="{FF2B5EF4-FFF2-40B4-BE49-F238E27FC236}">
                <a16:creationId xmlns:a16="http://schemas.microsoft.com/office/drawing/2014/main" id="{31932224-E515-4E44-2832-0D5E94847CF7}"/>
              </a:ext>
            </a:extLst>
          </p:cNvPr>
          <p:cNvSpPr>
            <a:spLocks noGrp="1"/>
          </p:cNvSpPr>
          <p:nvPr>
            <p:ph type="ftr" sz="quarter" idx="10"/>
          </p:nvPr>
        </p:nvSpPr>
        <p:spPr/>
        <p:txBody>
          <a:bodyPr/>
          <a:lstStyle>
            <a:lvl1pPr>
              <a:defRPr>
                <a:solidFill>
                  <a:schemeClr val="tx1"/>
                </a:solidFill>
              </a:defRPr>
            </a:lvl1pPr>
          </a:lstStyle>
          <a:p>
            <a:endParaRPr lang="en-US"/>
          </a:p>
        </p:txBody>
      </p:sp>
      <p:sp>
        <p:nvSpPr>
          <p:cNvPr id="4" name="Date Placeholder 3">
            <a:extLst>
              <a:ext uri="{FF2B5EF4-FFF2-40B4-BE49-F238E27FC236}">
                <a16:creationId xmlns:a16="http://schemas.microsoft.com/office/drawing/2014/main" id="{9E371D16-7052-CB51-10DB-659F8F77B25F}"/>
              </a:ext>
            </a:extLst>
          </p:cNvPr>
          <p:cNvSpPr>
            <a:spLocks noGrp="1"/>
          </p:cNvSpPr>
          <p:nvPr>
            <p:ph type="dt" sz="half" idx="11"/>
          </p:nvPr>
        </p:nvSpPr>
        <p:spPr/>
        <p:txBody>
          <a:bodyPr/>
          <a:lstStyle>
            <a:lvl1pPr>
              <a:defRPr>
                <a:solidFill>
                  <a:schemeClr val="tx1"/>
                </a:solidFill>
              </a:defRPr>
            </a:lvl1pPr>
          </a:lstStyle>
          <a:p>
            <a:fld id="{3AEEF7F6-ECFE-4473-B3E9-C91BE833927A}" type="datetimeFigureOut">
              <a:rPr lang="en-US" smtClean="0"/>
              <a:t>10/11/2025</a:t>
            </a:fld>
            <a:endParaRPr lang="en-US"/>
          </a:p>
        </p:txBody>
      </p:sp>
      <p:sp>
        <p:nvSpPr>
          <p:cNvPr id="5" name="Slide Number Placeholder 4">
            <a:extLst>
              <a:ext uri="{FF2B5EF4-FFF2-40B4-BE49-F238E27FC236}">
                <a16:creationId xmlns:a16="http://schemas.microsoft.com/office/drawing/2014/main" id="{85B132CC-C4B7-E2AF-5520-00C69FF37620}"/>
              </a:ext>
            </a:extLst>
          </p:cNvPr>
          <p:cNvSpPr>
            <a:spLocks noGrp="1"/>
          </p:cNvSpPr>
          <p:nvPr>
            <p:ph type="sldNum" sz="quarter" idx="12"/>
          </p:nvPr>
        </p:nvSpPr>
        <p:spPr/>
        <p:txBody>
          <a:bodyPr/>
          <a:lstStyle>
            <a:lvl1pPr>
              <a:defRPr>
                <a:solidFill>
                  <a:schemeClr val="tx1"/>
                </a:solidFill>
              </a:defRPr>
            </a:lvl1pPr>
          </a:lstStyle>
          <a:p>
            <a:fld id="{5DAD859A-2C66-45B9-9A71-3CF205EC2D4A}" type="slidenum">
              <a:rPr lang="en-US" smtClean="0"/>
              <a:t>‹#›</a:t>
            </a:fld>
            <a:endParaRPr lang="en-US"/>
          </a:p>
        </p:txBody>
      </p:sp>
    </p:spTree>
    <p:extLst>
      <p:ext uri="{BB962C8B-B14F-4D97-AF65-F5344CB8AC3E}">
        <p14:creationId xmlns:p14="http://schemas.microsoft.com/office/powerpoint/2010/main" val="1598612087"/>
      </p:ext>
    </p:extLst>
  </p:cSld>
  <p:clrMapOvr>
    <a:overrideClrMapping bg1="dk1" tx1="lt1" bg2="dk2" tx2="lt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Number Larg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612648" y="4718304"/>
            <a:ext cx="6281928" cy="1353312"/>
          </a:xfrm>
        </p:spPr>
        <p:txBody>
          <a:bodyPr vert="horz" lIns="91440" tIns="45720" rIns="91440" bIns="45720" rtlCol="0" anchor="t">
            <a:normAutofit/>
          </a:bodyPr>
          <a:lstStyle>
            <a:lvl1pPr>
              <a:lnSpc>
                <a:spcPct val="120000"/>
              </a:lnSpc>
              <a:defRPr lang="en-US" sz="2800" dirty="0"/>
            </a:lvl1pPr>
          </a:lstStyle>
          <a:p>
            <a:pPr lvl="0"/>
            <a:r>
              <a:rPr lang="en-US"/>
              <a:t>Click to edit Master title style</a:t>
            </a:r>
            <a:endParaRPr lang="en-US" dirty="0"/>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521208" y="786384"/>
            <a:ext cx="11155680" cy="4334256"/>
          </a:xfrm>
        </p:spPr>
        <p:txBody>
          <a:bodyPr vert="horz" lIns="91440" tIns="45720" rIns="91440" bIns="45720" rtlCol="0" anchor="b">
            <a:normAutofit/>
          </a:bodyPr>
          <a:lstStyle>
            <a:lvl1pPr marL="0" indent="0">
              <a:buNone/>
              <a:defRPr lang="en-US" sz="27800" b="1" dirty="0">
                <a:gradFill>
                  <a:gsLst>
                    <a:gs pos="0">
                      <a:schemeClr val="accent2"/>
                    </a:gs>
                    <a:gs pos="100000">
                      <a:schemeClr val="accent5"/>
                    </a:gs>
                  </a:gsLst>
                  <a:lin ang="4200000" scaled="0"/>
                </a:gradFill>
              </a:defRPr>
            </a:lvl1pPr>
          </a:lstStyle>
          <a:p>
            <a:pPr lvl="0"/>
            <a:r>
              <a:rPr lang="en-US" dirty="0"/>
              <a:t>##%</a:t>
            </a:r>
          </a:p>
        </p:txBody>
      </p:sp>
      <p:sp>
        <p:nvSpPr>
          <p:cNvPr id="14" name="Footer Placeholder 13">
            <a:extLst>
              <a:ext uri="{FF2B5EF4-FFF2-40B4-BE49-F238E27FC236}">
                <a16:creationId xmlns:a16="http://schemas.microsoft.com/office/drawing/2014/main" id="{06AFD340-D045-A82B-779A-CCE82B04A257}"/>
              </a:ext>
            </a:extLst>
          </p:cNvPr>
          <p:cNvSpPr>
            <a:spLocks noGrp="1"/>
          </p:cNvSpPr>
          <p:nvPr>
            <p:ph type="ftr" sz="quarter" idx="15"/>
          </p:nvPr>
        </p:nvSpPr>
        <p:spPr/>
        <p:txBody>
          <a:bodyPr/>
          <a:lstStyle/>
          <a:p>
            <a:endParaRPr lang="en-US"/>
          </a:p>
        </p:txBody>
      </p:sp>
      <p:sp>
        <p:nvSpPr>
          <p:cNvPr id="6" name="Date Placeholder 5">
            <a:extLst>
              <a:ext uri="{FF2B5EF4-FFF2-40B4-BE49-F238E27FC236}">
                <a16:creationId xmlns:a16="http://schemas.microsoft.com/office/drawing/2014/main" id="{418D0173-56FC-C02C-32BA-73DB1BA380C4}"/>
              </a:ext>
            </a:extLst>
          </p:cNvPr>
          <p:cNvSpPr>
            <a:spLocks noGrp="1"/>
          </p:cNvSpPr>
          <p:nvPr>
            <p:ph type="dt" sz="half" idx="14"/>
          </p:nvPr>
        </p:nvSpPr>
        <p:spPr/>
        <p:txBody>
          <a:bodyPr/>
          <a:lstStyle/>
          <a:p>
            <a:fld id="{3AEEF7F6-ECFE-4473-B3E9-C91BE833927A}" type="datetimeFigureOut">
              <a:rPr lang="en-US" smtClean="0"/>
              <a:t>10/11/2025</a:t>
            </a:fld>
            <a:endParaRPr lang="en-US"/>
          </a:p>
        </p:txBody>
      </p:sp>
      <p:sp>
        <p:nvSpPr>
          <p:cNvPr id="15" name="Slide Number Placeholder 14">
            <a:extLst>
              <a:ext uri="{FF2B5EF4-FFF2-40B4-BE49-F238E27FC236}">
                <a16:creationId xmlns:a16="http://schemas.microsoft.com/office/drawing/2014/main" id="{1B246833-56EB-2252-BAD6-8D369F554831}"/>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43865769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Number Larg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612648" y="4983480"/>
            <a:ext cx="6281928" cy="1353312"/>
          </a:xfrm>
        </p:spPr>
        <p:txBody>
          <a:bodyPr vert="horz" lIns="91440" tIns="45720" rIns="91440" bIns="45720" rtlCol="0" anchor="b">
            <a:normAutofit/>
          </a:bodyPr>
          <a:lstStyle>
            <a:lvl1pPr>
              <a:lnSpc>
                <a:spcPct val="120000"/>
              </a:lnSpc>
              <a:defRPr lang="en-US" sz="2800" dirty="0"/>
            </a:lvl1pPr>
          </a:lstStyle>
          <a:p>
            <a:pPr lvl="0"/>
            <a:r>
              <a:rPr lang="en-US"/>
              <a:t>Click to edit Master title style</a:t>
            </a:r>
            <a:endParaRPr lang="en-US" dirty="0"/>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457200" y="182880"/>
            <a:ext cx="11247120" cy="4974336"/>
          </a:xfrm>
        </p:spPr>
        <p:txBody>
          <a:bodyPr vert="horz" lIns="91440" tIns="45720" rIns="91440" bIns="45720" rtlCol="0">
            <a:normAutofit/>
          </a:bodyPr>
          <a:lstStyle>
            <a:lvl1pPr marL="0" indent="0">
              <a:lnSpc>
                <a:spcPct val="90000"/>
              </a:lnSpc>
              <a:buNone/>
              <a:defRPr lang="en-US" sz="32500" b="1" dirty="0">
                <a:gradFill>
                  <a:gsLst>
                    <a:gs pos="0">
                      <a:schemeClr val="accent2"/>
                    </a:gs>
                    <a:gs pos="100000">
                      <a:schemeClr val="accent5"/>
                    </a:gs>
                  </a:gsLst>
                  <a:lin ang="4200000" scaled="0"/>
                </a:gradFill>
              </a:defRPr>
            </a:lvl1pPr>
          </a:lstStyle>
          <a:p>
            <a:pPr lvl="0"/>
            <a:r>
              <a:rPr lang="en-US" dirty="0"/>
              <a:t>##%</a:t>
            </a:r>
          </a:p>
        </p:txBody>
      </p:sp>
      <p:sp>
        <p:nvSpPr>
          <p:cNvPr id="14" name="Footer Placeholder 13">
            <a:extLst>
              <a:ext uri="{FF2B5EF4-FFF2-40B4-BE49-F238E27FC236}">
                <a16:creationId xmlns:a16="http://schemas.microsoft.com/office/drawing/2014/main" id="{06AFD340-D045-A82B-779A-CCE82B04A257}"/>
              </a:ext>
            </a:extLst>
          </p:cNvPr>
          <p:cNvSpPr>
            <a:spLocks noGrp="1"/>
          </p:cNvSpPr>
          <p:nvPr>
            <p:ph type="ftr" sz="quarter" idx="15"/>
          </p:nvPr>
        </p:nvSpPr>
        <p:spPr/>
        <p:txBody>
          <a:bodyPr/>
          <a:lstStyle/>
          <a:p>
            <a:endParaRPr lang="en-US"/>
          </a:p>
        </p:txBody>
      </p:sp>
      <p:sp>
        <p:nvSpPr>
          <p:cNvPr id="6" name="Date Placeholder 5">
            <a:extLst>
              <a:ext uri="{FF2B5EF4-FFF2-40B4-BE49-F238E27FC236}">
                <a16:creationId xmlns:a16="http://schemas.microsoft.com/office/drawing/2014/main" id="{418D0173-56FC-C02C-32BA-73DB1BA380C4}"/>
              </a:ext>
            </a:extLst>
          </p:cNvPr>
          <p:cNvSpPr>
            <a:spLocks noGrp="1"/>
          </p:cNvSpPr>
          <p:nvPr>
            <p:ph type="dt" sz="half" idx="14"/>
          </p:nvPr>
        </p:nvSpPr>
        <p:spPr/>
        <p:txBody>
          <a:bodyPr/>
          <a:lstStyle/>
          <a:p>
            <a:fld id="{3AEEF7F6-ECFE-4473-B3E9-C91BE833927A}" type="datetimeFigureOut">
              <a:rPr lang="en-US" smtClean="0"/>
              <a:t>10/11/2025</a:t>
            </a:fld>
            <a:endParaRPr lang="en-US"/>
          </a:p>
        </p:txBody>
      </p:sp>
      <p:sp>
        <p:nvSpPr>
          <p:cNvPr id="15" name="Slide Number Placeholder 14">
            <a:extLst>
              <a:ext uri="{FF2B5EF4-FFF2-40B4-BE49-F238E27FC236}">
                <a16:creationId xmlns:a16="http://schemas.microsoft.com/office/drawing/2014/main" id="{1B246833-56EB-2252-BAD6-8D369F554831}"/>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62379006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30936"/>
            <a:ext cx="8266176" cy="5605272"/>
          </a:xfrm>
        </p:spPr>
        <p:txBody>
          <a:bodyPr anchor="ctr">
            <a:normAutofit/>
          </a:bodyPr>
          <a:lstStyle>
            <a:lvl1pPr marL="0" indent="0">
              <a:lnSpc>
                <a:spcPct val="100000"/>
              </a:lnSpc>
              <a:buNone/>
              <a:defRPr sz="5400" b="1">
                <a:gradFill>
                  <a:gsLst>
                    <a:gs pos="0">
                      <a:schemeClr val="accent2"/>
                    </a:gs>
                    <a:gs pos="100000">
                      <a:schemeClr val="accent5"/>
                    </a:gs>
                  </a:gsLst>
                  <a:lin ang="0" scaled="0"/>
                </a:gradFill>
              </a:defRPr>
            </a:lvl1pPr>
            <a:lvl2pPr marL="228600" indent="0">
              <a:lnSpc>
                <a:spcPct val="100000"/>
              </a:lnSpc>
              <a:buNone/>
              <a:defRPr sz="4800" b="1">
                <a:gradFill>
                  <a:gsLst>
                    <a:gs pos="0">
                      <a:schemeClr val="accent2"/>
                    </a:gs>
                    <a:gs pos="100000">
                      <a:schemeClr val="accent5"/>
                    </a:gs>
                  </a:gsLst>
                  <a:lin ang="0" scaled="0"/>
                </a:gradFill>
              </a:defRPr>
            </a:lvl2pPr>
            <a:lvl3pPr marL="457200" indent="0">
              <a:lnSpc>
                <a:spcPct val="100000"/>
              </a:lnSpc>
              <a:buNone/>
              <a:defRPr sz="4400" b="1">
                <a:gradFill>
                  <a:gsLst>
                    <a:gs pos="0">
                      <a:schemeClr val="accent2"/>
                    </a:gs>
                    <a:gs pos="100000">
                      <a:schemeClr val="accent5"/>
                    </a:gs>
                  </a:gsLst>
                  <a:lin ang="0" scaled="0"/>
                </a:gradFill>
              </a:defRPr>
            </a:lvl3pPr>
            <a:lvl4pPr marL="685800" indent="0">
              <a:lnSpc>
                <a:spcPct val="100000"/>
              </a:lnSpc>
              <a:buNone/>
              <a:defRPr sz="4000" b="1">
                <a:gradFill>
                  <a:gsLst>
                    <a:gs pos="0">
                      <a:schemeClr val="accent2"/>
                    </a:gs>
                    <a:gs pos="100000">
                      <a:schemeClr val="accent5"/>
                    </a:gs>
                  </a:gsLst>
                  <a:lin ang="0" scaled="0"/>
                </a:gradFill>
              </a:defRPr>
            </a:lvl4pPr>
            <a:lvl5pPr marL="914400" indent="0">
              <a:lnSpc>
                <a:spcPct val="100000"/>
              </a:lnSpc>
              <a:buNone/>
              <a:defRPr sz="3600" b="1">
                <a:gradFill>
                  <a:gsLst>
                    <a:gs pos="0">
                      <a:schemeClr val="accent2"/>
                    </a:gs>
                    <a:gs pos="100000">
                      <a:schemeClr val="accent5"/>
                    </a:gs>
                  </a:gsLst>
                  <a:lin ang="0" scaled="0"/>
                </a:gra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p:txBody>
          <a:bodyPr/>
          <a:lstStyle/>
          <a:p>
            <a:endParaRPr lang="en-US"/>
          </a:p>
        </p:txBody>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3AEEF7F6-ECFE-4473-B3E9-C91BE833927A}" type="datetimeFigureOut">
              <a:rPr lang="en-US" smtClean="0"/>
              <a:t>10/11/2025</a:t>
            </a:fld>
            <a:endParaRPr lang="en-US"/>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33290492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Statement 2">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791C0A04-3BC7-B88E-3974-2A73D0A107E7}"/>
              </a:ext>
            </a:extLst>
          </p:cNvPr>
          <p:cNvSpPr/>
          <p:nvPr/>
        </p:nvSpPr>
        <p:spPr>
          <a:xfrm>
            <a:off x="0" y="0"/>
            <a:ext cx="12188952"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B07991EE-474F-899B-8FEF-F82B3E5BDF10}"/>
              </a:ext>
            </a:extLst>
          </p:cNvPr>
          <p:cNvGrpSpPr/>
          <p:nvPr/>
        </p:nvGrpSpPr>
        <p:grpSpPr>
          <a:xfrm>
            <a:off x="-7285" y="-6922"/>
            <a:ext cx="12199285" cy="6869101"/>
            <a:chOff x="-22275" y="-6922"/>
            <a:chExt cx="12214275" cy="6869101"/>
          </a:xfrm>
        </p:grpSpPr>
        <p:sp>
          <p:nvSpPr>
            <p:cNvPr id="8" name="Rectangle 7">
              <a:extLst>
                <a:ext uri="{FF2B5EF4-FFF2-40B4-BE49-F238E27FC236}">
                  <a16:creationId xmlns:a16="http://schemas.microsoft.com/office/drawing/2014/main" id="{19D5B255-8277-F118-03CD-8BAE19E8D68B}"/>
                </a:ext>
              </a:extLst>
            </p:cNvPr>
            <p:cNvSpPr/>
            <p:nvPr/>
          </p:nvSpPr>
          <p:spPr>
            <a:xfrm rot="5400000">
              <a:off x="2655863" y="-2678137"/>
              <a:ext cx="6857999" cy="12214275"/>
            </a:xfrm>
            <a:prstGeom prst="rect">
              <a:avLst/>
            </a:prstGeom>
            <a:gradFill>
              <a:gsLst>
                <a:gs pos="0">
                  <a:schemeClr val="accent2"/>
                </a:gs>
                <a:gs pos="93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9" name="Rectangle 8">
              <a:extLst>
                <a:ext uri="{FF2B5EF4-FFF2-40B4-BE49-F238E27FC236}">
                  <a16:creationId xmlns:a16="http://schemas.microsoft.com/office/drawing/2014/main" id="{2E8FF695-246F-077D-F2C8-36B38501750D}"/>
                </a:ext>
              </a:extLst>
            </p:cNvPr>
            <p:cNvSpPr/>
            <p:nvPr/>
          </p:nvSpPr>
          <p:spPr>
            <a:xfrm rot="16200000">
              <a:off x="3197276" y="-2132545"/>
              <a:ext cx="6850175" cy="11139273"/>
            </a:xfrm>
            <a:prstGeom prst="rect">
              <a:avLst/>
            </a:prstGeom>
            <a:gradFill flip="none" rotWithShape="1">
              <a:gsLst>
                <a:gs pos="0">
                  <a:schemeClr val="accent5">
                    <a:lumMod val="75000"/>
                  </a:schemeClr>
                </a:gs>
                <a:gs pos="32000">
                  <a:schemeClr val="accent5">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0" name="Rectangle 9">
              <a:extLst>
                <a:ext uri="{FF2B5EF4-FFF2-40B4-BE49-F238E27FC236}">
                  <a16:creationId xmlns:a16="http://schemas.microsoft.com/office/drawing/2014/main" id="{1DB72F2E-896E-2C27-7B7B-07C3BA02B78E}"/>
                </a:ext>
              </a:extLst>
            </p:cNvPr>
            <p:cNvSpPr/>
            <p:nvPr/>
          </p:nvSpPr>
          <p:spPr>
            <a:xfrm flipH="1">
              <a:off x="-14981" y="-6922"/>
              <a:ext cx="3836566" cy="685291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1" name="Rectangle 10">
              <a:extLst>
                <a:ext uri="{FF2B5EF4-FFF2-40B4-BE49-F238E27FC236}">
                  <a16:creationId xmlns:a16="http://schemas.microsoft.com/office/drawing/2014/main" id="{9522BC71-28C2-81D8-FB44-31BC493BBF50}"/>
                </a:ext>
                <a:ext uri="{C183D7F6-B498-43B3-948B-1728B52AA6E4}">
                  <adec:decorative xmlns:adec="http://schemas.microsoft.com/office/drawing/2017/decorative" val="1"/>
                </a:ext>
              </a:extLst>
            </p:cNvPr>
            <p:cNvSpPr/>
            <p:nvPr/>
          </p:nvSpPr>
          <p:spPr>
            <a:xfrm rot="5400000">
              <a:off x="6189691" y="-743112"/>
              <a:ext cx="5263375" cy="6741243"/>
            </a:xfrm>
            <a:prstGeom prst="rect">
              <a:avLst/>
            </a:prstGeom>
            <a:gradFill flip="none" rotWithShape="1">
              <a:gsLst>
                <a:gs pos="2000">
                  <a:schemeClr val="accent5">
                    <a:lumMod val="60000"/>
                    <a:lumOff val="40000"/>
                    <a:alpha val="68000"/>
                  </a:schemeClr>
                </a:gs>
                <a:gs pos="48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grpSp>
        <p:nvGrpSpPr>
          <p:cNvPr id="16" name="Group 15">
            <a:extLst>
              <a:ext uri="{FF2B5EF4-FFF2-40B4-BE49-F238E27FC236}">
                <a16:creationId xmlns:a16="http://schemas.microsoft.com/office/drawing/2014/main" id="{83681088-8C72-D3AA-E951-F32AA4318F60}"/>
              </a:ext>
              <a:ext uri="{C183D7F6-B498-43B3-948B-1728B52AA6E4}">
                <adec:decorative xmlns:adec="http://schemas.microsoft.com/office/drawing/2017/decorative" val="1"/>
              </a:ext>
            </a:extLst>
          </p:cNvPr>
          <p:cNvGrpSpPr/>
          <p:nvPr/>
        </p:nvGrpSpPr>
        <p:grpSpPr>
          <a:xfrm rot="10800000">
            <a:off x="-8784" y="6739061"/>
            <a:ext cx="12207240" cy="137160"/>
            <a:chOff x="-5025" y="6737718"/>
            <a:chExt cx="12207200" cy="123363"/>
          </a:xfrm>
          <a:solidFill>
            <a:schemeClr val="tx1"/>
          </a:solidFill>
        </p:grpSpPr>
        <p:sp>
          <p:nvSpPr>
            <p:cNvPr id="17" name="Rectangle 16">
              <a:extLst>
                <a:ext uri="{FF2B5EF4-FFF2-40B4-BE49-F238E27FC236}">
                  <a16:creationId xmlns:a16="http://schemas.microsoft.com/office/drawing/2014/main" id="{923FCCF6-A9CE-8C06-A018-3526E4B210A6}"/>
                </a:ext>
              </a:extLst>
            </p:cNvPr>
            <p:cNvSpPr/>
            <p:nvPr/>
          </p:nvSpPr>
          <p:spPr>
            <a:xfrm rot="5400000" flipH="1">
              <a:off x="6036894" y="695800"/>
              <a:ext cx="123362" cy="1220719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4641A033-DCF1-2B2E-7479-E074B140FA8C}"/>
                </a:ext>
              </a:extLst>
            </p:cNvPr>
            <p:cNvSpPr/>
            <p:nvPr/>
          </p:nvSpPr>
          <p:spPr>
            <a:xfrm rot="16200000">
              <a:off x="9176406" y="3835311"/>
              <a:ext cx="123362" cy="5928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83F83B6E-95ED-1D70-2F6E-8299525C04B0}"/>
              </a:ext>
              <a:ext uri="{C183D7F6-B498-43B3-948B-1728B52AA6E4}">
                <adec:decorative xmlns:adec="http://schemas.microsoft.com/office/drawing/2017/decorative" val="1"/>
              </a:ext>
            </a:extLst>
          </p:cNvPr>
          <p:cNvGrpSpPr/>
          <p:nvPr/>
        </p:nvGrpSpPr>
        <p:grpSpPr>
          <a:xfrm>
            <a:off x="12068636" y="0"/>
            <a:ext cx="137160" cy="6858000"/>
            <a:chOff x="12068638" y="0"/>
            <a:chExt cx="123362" cy="6858000"/>
          </a:xfrm>
          <a:solidFill>
            <a:schemeClr val="tx1"/>
          </a:solidFill>
        </p:grpSpPr>
        <p:sp>
          <p:nvSpPr>
            <p:cNvPr id="20" name="Rectangle 19">
              <a:extLst>
                <a:ext uri="{FF2B5EF4-FFF2-40B4-BE49-F238E27FC236}">
                  <a16:creationId xmlns:a16="http://schemas.microsoft.com/office/drawing/2014/main" id="{A1F59BE4-AC2E-2AB9-FE80-40CAF77CA798}"/>
                </a:ext>
              </a:extLst>
            </p:cNvPr>
            <p:cNvSpPr/>
            <p:nvPr/>
          </p:nvSpPr>
          <p:spPr>
            <a:xfrm>
              <a:off x="12068638" y="0"/>
              <a:ext cx="12336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701C2DAC-E593-02EE-C7E4-01B9BAA443C6}"/>
                </a:ext>
              </a:extLst>
            </p:cNvPr>
            <p:cNvSpPr/>
            <p:nvPr/>
          </p:nvSpPr>
          <p:spPr>
            <a:xfrm>
              <a:off x="12068638" y="3527553"/>
              <a:ext cx="123362" cy="333044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tx1"/>
                </a:solidFill>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548640"/>
            <a:ext cx="7680960" cy="5605272"/>
          </a:xfrm>
        </p:spPr>
        <p:txBody>
          <a:bodyPr anchor="t">
            <a:normAutofit/>
          </a:bodyPr>
          <a:lstStyle>
            <a:lvl1pPr marL="0" indent="0">
              <a:lnSpc>
                <a:spcPct val="100000"/>
              </a:lnSpc>
              <a:buNone/>
              <a:defRPr sz="5600" b="1">
                <a:solidFill>
                  <a:schemeClr val="tx1"/>
                </a:solidFill>
              </a:defRPr>
            </a:lvl1pPr>
            <a:lvl2pPr marL="228600" indent="0">
              <a:lnSpc>
                <a:spcPct val="100000"/>
              </a:lnSpc>
              <a:buNone/>
              <a:defRPr sz="5600" b="1">
                <a:solidFill>
                  <a:schemeClr val="tx1"/>
                </a:solidFill>
              </a:defRPr>
            </a:lvl2pPr>
            <a:lvl3pPr marL="457200" indent="0">
              <a:lnSpc>
                <a:spcPct val="100000"/>
              </a:lnSpc>
              <a:buNone/>
              <a:defRPr sz="5600" b="1">
                <a:solidFill>
                  <a:schemeClr val="tx1"/>
                </a:solidFill>
              </a:defRPr>
            </a:lvl3pPr>
            <a:lvl4pPr marL="685800" indent="0">
              <a:lnSpc>
                <a:spcPct val="100000"/>
              </a:lnSpc>
              <a:buNone/>
              <a:defRPr sz="5600" b="1">
                <a:solidFill>
                  <a:schemeClr val="tx1"/>
                </a:solidFill>
              </a:defRPr>
            </a:lvl4pPr>
            <a:lvl5pPr marL="914400" indent="0">
              <a:lnSpc>
                <a:spcPct val="100000"/>
              </a:lnSpc>
              <a:buNone/>
              <a:defRPr sz="5600" b="1">
                <a:solidFill>
                  <a:schemeClr val="tx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132871A2-A450-61EB-7368-98B251F15495}"/>
              </a:ext>
            </a:extLst>
          </p:cNvPr>
          <p:cNvSpPr>
            <a:spLocks noGrp="1"/>
          </p:cNvSpPr>
          <p:nvPr>
            <p:ph type="ftr" sz="quarter" idx="15"/>
          </p:nvPr>
        </p:nvSpPr>
        <p:spPr/>
        <p:txBody>
          <a:bodyPr/>
          <a:lstStyle>
            <a:lvl1pPr>
              <a:defRPr>
                <a:solidFill>
                  <a:schemeClr val="tx1"/>
                </a:solidFill>
              </a:defRPr>
            </a:lvl1pPr>
          </a:lstStyle>
          <a:p>
            <a:endParaRPr lang="en-US"/>
          </a:p>
        </p:txBody>
      </p:sp>
      <p:sp>
        <p:nvSpPr>
          <p:cNvPr id="13" name="Date Placeholder 12">
            <a:extLst>
              <a:ext uri="{FF2B5EF4-FFF2-40B4-BE49-F238E27FC236}">
                <a16:creationId xmlns:a16="http://schemas.microsoft.com/office/drawing/2014/main" id="{7CA33720-A04E-18B6-251B-16C80085F295}"/>
              </a:ext>
            </a:extLst>
          </p:cNvPr>
          <p:cNvSpPr>
            <a:spLocks noGrp="1"/>
          </p:cNvSpPr>
          <p:nvPr>
            <p:ph type="dt" sz="half" idx="14"/>
          </p:nvPr>
        </p:nvSpPr>
        <p:spPr/>
        <p:txBody>
          <a:bodyPr/>
          <a:lstStyle>
            <a:lvl1pPr>
              <a:defRPr>
                <a:solidFill>
                  <a:schemeClr val="tx1"/>
                </a:solidFill>
              </a:defRPr>
            </a:lvl1pPr>
          </a:lstStyle>
          <a:p>
            <a:fld id="{3AEEF7F6-ECFE-4473-B3E9-C91BE833927A}" type="datetimeFigureOut">
              <a:rPr lang="en-US" smtClean="0"/>
              <a:t>10/11/2025</a:t>
            </a:fld>
            <a:endParaRPr lang="en-US"/>
          </a:p>
        </p:txBody>
      </p:sp>
      <p:sp>
        <p:nvSpPr>
          <p:cNvPr id="15" name="Slide Number Placeholder 14">
            <a:extLst>
              <a:ext uri="{FF2B5EF4-FFF2-40B4-BE49-F238E27FC236}">
                <a16:creationId xmlns:a16="http://schemas.microsoft.com/office/drawing/2014/main" id="{AC245A2E-4B49-CED7-ADDF-6624BCC88DDE}"/>
              </a:ext>
            </a:extLst>
          </p:cNvPr>
          <p:cNvSpPr>
            <a:spLocks noGrp="1"/>
          </p:cNvSpPr>
          <p:nvPr>
            <p:ph type="sldNum" sz="quarter" idx="16"/>
          </p:nvPr>
        </p:nvSpPr>
        <p:spPr/>
        <p:txBody>
          <a:bodyPr/>
          <a:lstStyle>
            <a:lvl1pPr>
              <a:defRPr>
                <a:solidFill>
                  <a:schemeClr val="tx1"/>
                </a:solidFill>
              </a:defRPr>
            </a:lvl1pPr>
          </a:lstStyle>
          <a:p>
            <a:fld id="{5DAD859A-2C66-45B9-9A71-3CF205EC2D4A}" type="slidenum">
              <a:rPr lang="en-US" smtClean="0"/>
              <a:t>‹#›</a:t>
            </a:fld>
            <a:endParaRPr lang="en-US"/>
          </a:p>
        </p:txBody>
      </p:sp>
    </p:spTree>
    <p:extLst>
      <p:ext uri="{BB962C8B-B14F-4D97-AF65-F5344CB8AC3E}">
        <p14:creationId xmlns:p14="http://schemas.microsoft.com/office/powerpoint/2010/main" val="704177406"/>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Statement 3">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323AF82-B640-17D0-AC4B-55F4EDF5C4D1}"/>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4" name="Rectangle 3">
              <a:extLst>
                <a:ext uri="{FF2B5EF4-FFF2-40B4-BE49-F238E27FC236}">
                  <a16:creationId xmlns:a16="http://schemas.microsoft.com/office/drawing/2014/main" id="{2DA5C8EA-7A6C-8AC0-78D1-F538329B41B8}"/>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F2FAD3C-DB75-D855-489D-B09F992EA0E9}"/>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 name="Group 21">
            <a:extLst>
              <a:ext uri="{FF2B5EF4-FFF2-40B4-BE49-F238E27FC236}">
                <a16:creationId xmlns:a16="http://schemas.microsoft.com/office/drawing/2014/main" id="{FB287CE5-00A5-FA1D-EB2D-E5CFD27420D3}"/>
              </a:ext>
              <a:ext uri="{C183D7F6-B498-43B3-948B-1728B52AA6E4}">
                <adec:decorative xmlns:adec="http://schemas.microsoft.com/office/drawing/2017/decorative" val="1"/>
              </a:ext>
            </a:extLst>
          </p:cNvPr>
          <p:cNvGrpSpPr/>
          <p:nvPr/>
        </p:nvGrpSpPr>
        <p:grpSpPr>
          <a:xfrm rot="10800000">
            <a:off x="12357" y="6746828"/>
            <a:ext cx="12188952" cy="123363"/>
            <a:chOff x="-5025" y="6737718"/>
            <a:chExt cx="12207200" cy="123363"/>
          </a:xfrm>
        </p:grpSpPr>
        <p:sp>
          <p:nvSpPr>
            <p:cNvPr id="23" name="Rectangle 22">
              <a:extLst>
                <a:ext uri="{FF2B5EF4-FFF2-40B4-BE49-F238E27FC236}">
                  <a16:creationId xmlns:a16="http://schemas.microsoft.com/office/drawing/2014/main" id="{12C43EBD-E088-A3CD-FCDE-E6ED8F87D148}"/>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AD88F00F-9D01-378E-377E-26B543D2FA77}"/>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882175" y="751366"/>
            <a:ext cx="8353433" cy="5402545"/>
          </a:xfrm>
        </p:spPr>
        <p:txBody>
          <a:bodyPr anchor="ctr">
            <a:normAutofit/>
          </a:bodyPr>
          <a:lstStyle>
            <a:lvl1pPr marL="0" indent="0">
              <a:lnSpc>
                <a:spcPct val="100000"/>
              </a:lnSpc>
              <a:buNone/>
              <a:defRPr sz="4800" b="1">
                <a:gradFill>
                  <a:gsLst>
                    <a:gs pos="0">
                      <a:schemeClr val="accent5"/>
                    </a:gs>
                    <a:gs pos="90000">
                      <a:schemeClr val="accent2"/>
                    </a:gs>
                  </a:gsLst>
                  <a:lin ang="9600000" scaled="0"/>
                </a:gradFill>
              </a:defRPr>
            </a:lvl1pPr>
            <a:lvl2pPr marL="228600" indent="0">
              <a:lnSpc>
                <a:spcPct val="100000"/>
              </a:lnSpc>
              <a:buNone/>
              <a:defRPr sz="4800" b="1">
                <a:gradFill>
                  <a:gsLst>
                    <a:gs pos="0">
                      <a:schemeClr val="accent5"/>
                    </a:gs>
                    <a:gs pos="90000">
                      <a:schemeClr val="accent2"/>
                    </a:gs>
                  </a:gsLst>
                  <a:lin ang="9600000" scaled="0"/>
                </a:gradFill>
              </a:defRPr>
            </a:lvl2pPr>
            <a:lvl3pPr marL="457200" indent="0">
              <a:lnSpc>
                <a:spcPct val="100000"/>
              </a:lnSpc>
              <a:buNone/>
              <a:defRPr sz="4800" b="1">
                <a:gradFill>
                  <a:gsLst>
                    <a:gs pos="0">
                      <a:schemeClr val="accent5"/>
                    </a:gs>
                    <a:gs pos="90000">
                      <a:schemeClr val="accent2"/>
                    </a:gs>
                  </a:gsLst>
                  <a:lin ang="9600000" scaled="0"/>
                </a:gradFill>
              </a:defRPr>
            </a:lvl3pPr>
            <a:lvl4pPr marL="685800" indent="0">
              <a:lnSpc>
                <a:spcPct val="100000"/>
              </a:lnSpc>
              <a:buNone/>
              <a:defRPr sz="4800" b="1">
                <a:gradFill>
                  <a:gsLst>
                    <a:gs pos="0">
                      <a:schemeClr val="accent5"/>
                    </a:gs>
                    <a:gs pos="90000">
                      <a:schemeClr val="accent2"/>
                    </a:gs>
                  </a:gsLst>
                  <a:lin ang="9600000" scaled="0"/>
                </a:gradFill>
              </a:defRPr>
            </a:lvl4pPr>
            <a:lvl5pPr marL="914400" indent="0">
              <a:lnSpc>
                <a:spcPct val="100000"/>
              </a:lnSpc>
              <a:buNone/>
              <a:defRPr sz="4800" b="1">
                <a:gradFill>
                  <a:gsLst>
                    <a:gs pos="0">
                      <a:schemeClr val="accent5"/>
                    </a:gs>
                    <a:gs pos="90000">
                      <a:schemeClr val="accent2"/>
                    </a:gs>
                  </a:gsLst>
                  <a:lin ang="9600000" scaled="0"/>
                </a:gra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132871A2-A450-61EB-7368-98B251F15495}"/>
              </a:ext>
            </a:extLst>
          </p:cNvPr>
          <p:cNvSpPr>
            <a:spLocks noGrp="1"/>
          </p:cNvSpPr>
          <p:nvPr>
            <p:ph type="ftr" sz="quarter" idx="15"/>
          </p:nvPr>
        </p:nvSpPr>
        <p:spPr/>
        <p:txBody>
          <a:bodyPr/>
          <a:lstStyle/>
          <a:p>
            <a:endParaRPr lang="en-US"/>
          </a:p>
        </p:txBody>
      </p:sp>
      <p:sp>
        <p:nvSpPr>
          <p:cNvPr id="13" name="Date Placeholder 12">
            <a:extLst>
              <a:ext uri="{FF2B5EF4-FFF2-40B4-BE49-F238E27FC236}">
                <a16:creationId xmlns:a16="http://schemas.microsoft.com/office/drawing/2014/main" id="{7CA33720-A04E-18B6-251B-16C80085F295}"/>
              </a:ext>
            </a:extLst>
          </p:cNvPr>
          <p:cNvSpPr>
            <a:spLocks noGrp="1"/>
          </p:cNvSpPr>
          <p:nvPr>
            <p:ph type="dt" sz="half" idx="14"/>
          </p:nvPr>
        </p:nvSpPr>
        <p:spPr/>
        <p:txBody>
          <a:bodyPr/>
          <a:lstStyle/>
          <a:p>
            <a:fld id="{3AEEF7F6-ECFE-4473-B3E9-C91BE833927A}" type="datetimeFigureOut">
              <a:rPr lang="en-US" smtClean="0"/>
              <a:t>10/11/2025</a:t>
            </a:fld>
            <a:endParaRPr lang="en-US"/>
          </a:p>
        </p:txBody>
      </p:sp>
      <p:sp>
        <p:nvSpPr>
          <p:cNvPr id="15" name="Slide Number Placeholder 14">
            <a:extLst>
              <a:ext uri="{FF2B5EF4-FFF2-40B4-BE49-F238E27FC236}">
                <a16:creationId xmlns:a16="http://schemas.microsoft.com/office/drawing/2014/main" id="{AC245A2E-4B49-CED7-ADDF-6624BCC88DDE}"/>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232066482"/>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645920" y="5203004"/>
            <a:ext cx="9052560" cy="557784"/>
          </a:xfrm>
        </p:spPr>
        <p:txBody>
          <a:bodyPr anchor="ctr">
            <a:normAutofit/>
          </a:bodyPr>
          <a:lstStyle>
            <a:lvl1pPr>
              <a:lnSpc>
                <a:spcPct val="120000"/>
              </a:lnSpc>
              <a:defRPr sz="2400" b="1">
                <a:gradFill>
                  <a:gsLst>
                    <a:gs pos="0">
                      <a:schemeClr val="accent5"/>
                    </a:gs>
                    <a:gs pos="90000">
                      <a:schemeClr val="accent2"/>
                    </a:gs>
                  </a:gsLst>
                  <a:lin ang="9600000" scaled="0"/>
                </a:gra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499616" y="1795462"/>
            <a:ext cx="9198864" cy="2871216"/>
          </a:xfrm>
        </p:spPr>
        <p:txBody>
          <a:bodyPr anchor="ctr">
            <a:normAutofit/>
          </a:bodyPr>
          <a:lstStyle>
            <a:lvl1pPr marL="137160" indent="-137160">
              <a:lnSpc>
                <a:spcPct val="100000"/>
              </a:lnSpc>
              <a:buNone/>
              <a:defRPr sz="4400"/>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endParaRPr lang="en-US"/>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3AEEF7F6-ECFE-4473-B3E9-C91BE833927A}" type="datetimeFigureOut">
              <a:rPr lang="en-US" smtClean="0"/>
              <a:t>10/11/2025</a:t>
            </a:fld>
            <a:endParaRPr lang="en-US"/>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4942370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Quote 2">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D93FB6C-5982-EAFA-94FA-F06EABA0EC3A}"/>
              </a:ext>
            </a:extLst>
          </p:cNvPr>
          <p:cNvSpPr/>
          <p:nvPr/>
        </p:nvSpPr>
        <p:spPr>
          <a:xfrm>
            <a:off x="0" y="0"/>
            <a:ext cx="1219200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948F732B-25DE-1819-DB0A-266B26703011}"/>
              </a:ext>
            </a:extLst>
          </p:cNvPr>
          <p:cNvGrpSpPr/>
          <p:nvPr/>
        </p:nvGrpSpPr>
        <p:grpSpPr>
          <a:xfrm>
            <a:off x="807326" y="778051"/>
            <a:ext cx="10577346" cy="5314435"/>
            <a:chOff x="807326" y="778051"/>
            <a:chExt cx="10577346" cy="5314435"/>
          </a:xfrm>
        </p:grpSpPr>
        <p:sp>
          <p:nvSpPr>
            <p:cNvPr id="9" name="Rectangle 8">
              <a:extLst>
                <a:ext uri="{FF2B5EF4-FFF2-40B4-BE49-F238E27FC236}">
                  <a16:creationId xmlns:a16="http://schemas.microsoft.com/office/drawing/2014/main" id="{70BBD41E-DAB9-A564-3A2B-295B7AE87C42}"/>
                </a:ext>
              </a:extLst>
            </p:cNvPr>
            <p:cNvSpPr/>
            <p:nvPr/>
          </p:nvSpPr>
          <p:spPr>
            <a:xfrm rot="5400000" flipH="1">
              <a:off x="3438786" y="-1853401"/>
              <a:ext cx="5314432" cy="10577340"/>
            </a:xfrm>
            <a:prstGeom prst="rect">
              <a:avLst/>
            </a:prstGeom>
            <a:gradFill>
              <a:gsLst>
                <a:gs pos="0">
                  <a:schemeClr val="accent2">
                    <a:alpha val="78000"/>
                  </a:schemeClr>
                </a:gs>
                <a:gs pos="93000">
                  <a:schemeClr val="accent5">
                    <a:alpha val="8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54A4391-9FDD-C033-0A4D-647A73420405}"/>
                </a:ext>
              </a:extLst>
            </p:cNvPr>
            <p:cNvSpPr/>
            <p:nvPr/>
          </p:nvSpPr>
          <p:spPr>
            <a:xfrm rot="16200000" flipH="1">
              <a:off x="3445177" y="-1846407"/>
              <a:ext cx="5314435" cy="10563352"/>
            </a:xfrm>
            <a:prstGeom prst="rect">
              <a:avLst/>
            </a:prstGeom>
            <a:gradFill flip="none" rotWithShape="1">
              <a:gsLst>
                <a:gs pos="0">
                  <a:schemeClr val="accent5">
                    <a:alpha val="79000"/>
                  </a:schemeClr>
                </a:gs>
                <a:gs pos="32000">
                  <a:schemeClr val="accent5">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290101F-E74A-5C0F-8CC5-E0B5E3DC0E24}"/>
                </a:ext>
              </a:extLst>
            </p:cNvPr>
            <p:cNvSpPr/>
            <p:nvPr/>
          </p:nvSpPr>
          <p:spPr>
            <a:xfrm rot="10800000">
              <a:off x="807326" y="778051"/>
              <a:ext cx="3333441" cy="530836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338E2756-2591-1046-1B67-C9DEEDDCB82E}"/>
                </a:ext>
                <a:ext uri="{C183D7F6-B498-43B3-948B-1728B52AA6E4}">
                  <adec:decorative xmlns:adec="http://schemas.microsoft.com/office/drawing/2017/decorative" val="1"/>
                </a:ext>
              </a:extLst>
            </p:cNvPr>
            <p:cNvSpPr/>
            <p:nvPr/>
          </p:nvSpPr>
          <p:spPr>
            <a:xfrm rot="5400000" flipH="1">
              <a:off x="4205050" y="-1083744"/>
              <a:ext cx="4078718" cy="10273742"/>
            </a:xfrm>
            <a:prstGeom prst="rect">
              <a:avLst/>
            </a:prstGeom>
            <a:gradFill flip="none" rotWithShape="1">
              <a:gsLst>
                <a:gs pos="2000">
                  <a:schemeClr val="accent5">
                    <a:lumMod val="60000"/>
                    <a:lumOff val="40000"/>
                    <a:alpha val="68000"/>
                  </a:schemeClr>
                </a:gs>
                <a:gs pos="26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801368" y="5120640"/>
            <a:ext cx="8549640" cy="621792"/>
          </a:xfrm>
        </p:spPr>
        <p:txBody>
          <a:bodyPr anchor="ctr">
            <a:normAutofit/>
          </a:bodyPr>
          <a:lstStyle>
            <a:lvl1pPr>
              <a:lnSpc>
                <a:spcPct val="120000"/>
              </a:lnSpc>
              <a:defRPr sz="1800" b="1">
                <a:solidFill>
                  <a:schemeClr val="tx1"/>
                </a:soli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655064" y="1965960"/>
            <a:ext cx="8695944" cy="2331720"/>
          </a:xfrm>
        </p:spPr>
        <p:txBody>
          <a:bodyPr anchor="ctr">
            <a:normAutofit/>
          </a:bodyPr>
          <a:lstStyle>
            <a:lvl1pPr marL="137160" indent="-137160">
              <a:lnSpc>
                <a:spcPct val="100000"/>
              </a:lnSpc>
              <a:buNone/>
              <a:defRPr sz="3800">
                <a:solidFill>
                  <a:schemeClr val="tx1"/>
                </a:solidFill>
                <a:latin typeface="+mn-lt"/>
              </a:defRPr>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lvl1pPr>
              <a:defRPr>
                <a:solidFill>
                  <a:schemeClr val="bg1"/>
                </a:solidFill>
              </a:defRPr>
            </a:lvl1pPr>
          </a:lstStyle>
          <a:p>
            <a:fld id="{3AEEF7F6-ECFE-4473-B3E9-C91BE833927A}" type="datetimeFigureOut">
              <a:rPr lang="en-US" smtClean="0"/>
              <a:t>10/11/2025</a:t>
            </a:fld>
            <a:endParaRPr lang="en-US"/>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lvl1pPr>
              <a:defRPr>
                <a:solidFill>
                  <a:schemeClr val="bg1"/>
                </a:solidFill>
              </a:defRPr>
            </a:lvl1pPr>
          </a:lstStyle>
          <a:p>
            <a:fld id="{5DAD859A-2C66-45B9-9A71-3CF205EC2D4A}" type="slidenum">
              <a:rPr lang="en-US" smtClean="0"/>
              <a:t>‹#›</a:t>
            </a:fld>
            <a:endParaRPr lang="en-US"/>
          </a:p>
        </p:txBody>
      </p:sp>
    </p:spTree>
    <p:extLst>
      <p:ext uri="{BB962C8B-B14F-4D97-AF65-F5344CB8AC3E}">
        <p14:creationId xmlns:p14="http://schemas.microsoft.com/office/powerpoint/2010/main" val="2327390596"/>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Quot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3D49479-B594-DDBA-C16A-3A98635C8A4A}"/>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4" name="Rectangle 13">
              <a:extLst>
                <a:ext uri="{FF2B5EF4-FFF2-40B4-BE49-F238E27FC236}">
                  <a16:creationId xmlns:a16="http://schemas.microsoft.com/office/drawing/2014/main" id="{0E065CA7-C91C-8C4F-CD30-E6DB950A620B}"/>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DCDB482-1274-EA4E-11EA-FDB308F1540E}"/>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8FAEF3D1-EB50-234E-F0C0-5C4E6FB69937}"/>
              </a:ext>
              <a:ext uri="{C183D7F6-B498-43B3-948B-1728B52AA6E4}">
                <adec:decorative xmlns:adec="http://schemas.microsoft.com/office/drawing/2017/decorative" val="1"/>
              </a:ext>
            </a:extLst>
          </p:cNvPr>
          <p:cNvGrpSpPr/>
          <p:nvPr/>
        </p:nvGrpSpPr>
        <p:grpSpPr>
          <a:xfrm rot="10800000">
            <a:off x="-1091" y="0"/>
            <a:ext cx="12188952" cy="123363"/>
            <a:chOff x="-5025" y="6737718"/>
            <a:chExt cx="12207200" cy="123363"/>
          </a:xfrm>
        </p:grpSpPr>
        <p:sp>
          <p:nvSpPr>
            <p:cNvPr id="17" name="Rectangle 16">
              <a:extLst>
                <a:ext uri="{FF2B5EF4-FFF2-40B4-BE49-F238E27FC236}">
                  <a16:creationId xmlns:a16="http://schemas.microsoft.com/office/drawing/2014/main" id="{5B35CE4F-16F9-575C-78CA-4F076F0C3D1F}"/>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D59711A-5559-82B6-B156-35D79618FF56}"/>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379836" y="5192776"/>
            <a:ext cx="8494776" cy="621792"/>
          </a:xfrm>
        </p:spPr>
        <p:txBody>
          <a:bodyPr anchor="ctr">
            <a:normAutofit/>
          </a:bodyPr>
          <a:lstStyle>
            <a:lvl1pPr>
              <a:lnSpc>
                <a:spcPct val="120000"/>
              </a:lnSpc>
              <a:defRPr sz="1800" b="1">
                <a:gradFill>
                  <a:gsLst>
                    <a:gs pos="0">
                      <a:schemeClr val="accent2"/>
                    </a:gs>
                    <a:gs pos="90000">
                      <a:schemeClr val="accent5"/>
                    </a:gs>
                  </a:gsLst>
                  <a:lin ang="9600000" scaled="0"/>
                </a:gra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233532" y="1792224"/>
            <a:ext cx="8641080" cy="2871216"/>
          </a:xfrm>
        </p:spPr>
        <p:txBody>
          <a:bodyPr anchor="ctr">
            <a:normAutofit/>
          </a:bodyPr>
          <a:lstStyle>
            <a:lvl1pPr marL="137160" indent="-137160">
              <a:lnSpc>
                <a:spcPct val="100000"/>
              </a:lnSpc>
              <a:buNone/>
              <a:defRPr sz="3600">
                <a:gradFill>
                  <a:gsLst>
                    <a:gs pos="0">
                      <a:schemeClr val="accent2"/>
                    </a:gs>
                    <a:gs pos="90000">
                      <a:schemeClr val="accent5"/>
                    </a:gs>
                  </a:gsLst>
                  <a:lin ang="9600000" scaled="0"/>
                </a:gradFill>
              </a:defRPr>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endParaRPr lang="en-US"/>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3AEEF7F6-ECFE-4473-B3E9-C91BE833927A}" type="datetimeFigureOut">
              <a:rPr lang="en-US" smtClean="0"/>
              <a:t>10/11/2025</a:t>
            </a:fld>
            <a:endParaRPr lang="en-US"/>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272352139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0B646A9-91B4-D2CF-8B72-68E668219C00}"/>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10954512" cy="1197864"/>
          </a:xfrm>
        </p:spPr>
        <p:txBody>
          <a:bodyPr/>
          <a:lstStyle>
            <a:lvl1pPr>
              <a:defRPr>
                <a:solidFill>
                  <a:schemeClr val="bg1"/>
                </a:solidFill>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D004E38F-46D8-838A-C636-0958E5B36CB4}"/>
              </a:ext>
            </a:extLst>
          </p:cNvPr>
          <p:cNvSpPr>
            <a:spLocks noGrp="1"/>
          </p:cNvSpPr>
          <p:nvPr>
            <p:ph sz="quarter" idx="18"/>
          </p:nvPr>
        </p:nvSpPr>
        <p:spPr>
          <a:xfrm>
            <a:off x="612775" y="2313433"/>
            <a:ext cx="5165725" cy="40000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1">
            <a:extLst>
              <a:ext uri="{FF2B5EF4-FFF2-40B4-BE49-F238E27FC236}">
                <a16:creationId xmlns:a16="http://schemas.microsoft.com/office/drawing/2014/main" id="{E8F84C8F-5A53-198D-2CB3-A78F006C4D20}"/>
              </a:ext>
            </a:extLst>
          </p:cNvPr>
          <p:cNvSpPr>
            <a:spLocks noGrp="1"/>
          </p:cNvSpPr>
          <p:nvPr>
            <p:ph sz="quarter" idx="19"/>
          </p:nvPr>
        </p:nvSpPr>
        <p:spPr>
          <a:xfrm>
            <a:off x="6400800" y="2313430"/>
            <a:ext cx="5165725" cy="40000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392A082C-5D4A-4A20-87E3-9906B5F3BAF4}"/>
              </a:ext>
            </a:extLst>
          </p:cNvPr>
          <p:cNvSpPr>
            <a:spLocks noGrp="1"/>
          </p:cNvSpPr>
          <p:nvPr>
            <p:ph type="ftr" sz="quarter" idx="16"/>
          </p:nvPr>
        </p:nvSpPr>
        <p:spPr/>
        <p:txBody>
          <a:bodyPr/>
          <a:lstStyle/>
          <a:p>
            <a:endParaRPr lang="en-US"/>
          </a:p>
        </p:txBody>
      </p:sp>
      <p:sp>
        <p:nvSpPr>
          <p:cNvPr id="3" name="Date Placeholder 2">
            <a:extLst>
              <a:ext uri="{FF2B5EF4-FFF2-40B4-BE49-F238E27FC236}">
                <a16:creationId xmlns:a16="http://schemas.microsoft.com/office/drawing/2014/main" id="{EC2184DE-1D38-B3AE-D560-557B3726B547}"/>
              </a:ext>
            </a:extLst>
          </p:cNvPr>
          <p:cNvSpPr>
            <a:spLocks noGrp="1"/>
          </p:cNvSpPr>
          <p:nvPr>
            <p:ph type="dt" sz="half" idx="15"/>
          </p:nvPr>
        </p:nvSpPr>
        <p:spPr/>
        <p:txBody>
          <a:bodyPr/>
          <a:lstStyle/>
          <a:p>
            <a:fld id="{3AEEF7F6-ECFE-4473-B3E9-C91BE833927A}" type="datetimeFigureOut">
              <a:rPr lang="en-US" smtClean="0"/>
              <a:t>10/11/2025</a:t>
            </a:fld>
            <a:endParaRPr lang="en-US"/>
          </a:p>
        </p:txBody>
      </p:sp>
      <p:sp>
        <p:nvSpPr>
          <p:cNvPr id="8" name="Slide Number Placeholder 7">
            <a:extLst>
              <a:ext uri="{FF2B5EF4-FFF2-40B4-BE49-F238E27FC236}">
                <a16:creationId xmlns:a16="http://schemas.microsoft.com/office/drawing/2014/main" id="{AD66BE47-AC20-1061-07AD-89A41D02F482}"/>
              </a:ext>
            </a:extLst>
          </p:cNvPr>
          <p:cNvSpPr>
            <a:spLocks noGrp="1"/>
          </p:cNvSpPr>
          <p:nvPr>
            <p:ph type="sldNum" sz="quarter" idx="17"/>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7523611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C704A21-3725-4536-B210-EAED58DE1544}"/>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12648" y="502920"/>
            <a:ext cx="10953750" cy="1197864"/>
          </a:xfrm>
        </p:spPr>
        <p:txBody>
          <a:bodyPr/>
          <a:lstStyle>
            <a:lvl1pPr>
              <a:defRPr>
                <a:solidFill>
                  <a:schemeClr val="bg1"/>
                </a:solidFill>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12648" y="2198999"/>
            <a:ext cx="5166360" cy="484632"/>
          </a:xfrm>
        </p:spPr>
        <p:txBody>
          <a:bodyPr anchor="b">
            <a:normAutofit/>
          </a:bodyPr>
          <a:lstStyle>
            <a:lvl1pPr marL="0" indent="0">
              <a:lnSpc>
                <a:spcPct val="90000"/>
              </a:lnSpc>
              <a:buNone/>
              <a:defRPr sz="2400" b="0"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Content Placeholder 8">
            <a:extLst>
              <a:ext uri="{FF2B5EF4-FFF2-40B4-BE49-F238E27FC236}">
                <a16:creationId xmlns:a16="http://schemas.microsoft.com/office/drawing/2014/main" id="{1D708347-B003-2458-75EC-D8317FBF028C}"/>
              </a:ext>
            </a:extLst>
          </p:cNvPr>
          <p:cNvSpPr>
            <a:spLocks noGrp="1"/>
          </p:cNvSpPr>
          <p:nvPr>
            <p:ph sz="quarter" idx="18"/>
          </p:nvPr>
        </p:nvSpPr>
        <p:spPr>
          <a:xfrm>
            <a:off x="612775" y="2794000"/>
            <a:ext cx="5165725" cy="3524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400800" y="2198999"/>
            <a:ext cx="5166360" cy="484633"/>
          </a:xfrm>
        </p:spPr>
        <p:txBody>
          <a:bodyPr anchor="b">
            <a:normAutofit/>
          </a:bodyPr>
          <a:lstStyle>
            <a:lvl1pPr marL="0" indent="0">
              <a:lnSpc>
                <a:spcPct val="90000"/>
              </a:lnSpc>
              <a:buNone/>
              <a:defRPr sz="2400" b="0"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Content Placeholder 13">
            <a:extLst>
              <a:ext uri="{FF2B5EF4-FFF2-40B4-BE49-F238E27FC236}">
                <a16:creationId xmlns:a16="http://schemas.microsoft.com/office/drawing/2014/main" id="{6F3E993C-0A55-1F54-C280-76AF30E5377A}"/>
              </a:ext>
            </a:extLst>
          </p:cNvPr>
          <p:cNvSpPr>
            <a:spLocks noGrp="1"/>
          </p:cNvSpPr>
          <p:nvPr>
            <p:ph sz="quarter" idx="19"/>
          </p:nvPr>
        </p:nvSpPr>
        <p:spPr>
          <a:xfrm>
            <a:off x="6400800" y="2794000"/>
            <a:ext cx="5166360" cy="3524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80669AB3-1083-59C6-B9F8-A35C0D406617}"/>
              </a:ext>
            </a:extLst>
          </p:cNvPr>
          <p:cNvSpPr>
            <a:spLocks noGrp="1"/>
          </p:cNvSpPr>
          <p:nvPr>
            <p:ph type="ftr" sz="quarter" idx="16"/>
          </p:nvPr>
        </p:nvSpPr>
        <p:spPr/>
        <p:txBody>
          <a:bodyPr/>
          <a:lstStyle/>
          <a:p>
            <a:endParaRPr lang="en-US"/>
          </a:p>
        </p:txBody>
      </p:sp>
      <p:sp>
        <p:nvSpPr>
          <p:cNvPr id="4" name="Date Placeholder 3">
            <a:extLst>
              <a:ext uri="{FF2B5EF4-FFF2-40B4-BE49-F238E27FC236}">
                <a16:creationId xmlns:a16="http://schemas.microsoft.com/office/drawing/2014/main" id="{88D0645D-C128-9FF0-2E8B-D2E3E34687DA}"/>
              </a:ext>
            </a:extLst>
          </p:cNvPr>
          <p:cNvSpPr>
            <a:spLocks noGrp="1"/>
          </p:cNvSpPr>
          <p:nvPr>
            <p:ph type="dt" sz="half" idx="15"/>
          </p:nvPr>
        </p:nvSpPr>
        <p:spPr/>
        <p:txBody>
          <a:bodyPr/>
          <a:lstStyle/>
          <a:p>
            <a:fld id="{3AEEF7F6-ECFE-4473-B3E9-C91BE833927A}" type="datetimeFigureOut">
              <a:rPr lang="en-US" smtClean="0"/>
              <a:t>10/11/2025</a:t>
            </a:fld>
            <a:endParaRPr lang="en-US"/>
          </a:p>
        </p:txBody>
      </p:sp>
      <p:sp>
        <p:nvSpPr>
          <p:cNvPr id="10" name="Slide Number Placeholder 9">
            <a:extLst>
              <a:ext uri="{FF2B5EF4-FFF2-40B4-BE49-F238E27FC236}">
                <a16:creationId xmlns:a16="http://schemas.microsoft.com/office/drawing/2014/main" id="{CC6DDA88-C058-DDD5-F19B-8B5E7B86C681}"/>
              </a:ext>
            </a:extLst>
          </p:cNvPr>
          <p:cNvSpPr>
            <a:spLocks noGrp="1"/>
          </p:cNvSpPr>
          <p:nvPr>
            <p:ph type="sldNum" sz="quarter" idx="17"/>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64687622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nchor="t"/>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3AEEF7F6-ECFE-4473-B3E9-C91BE833927A}" type="datetimeFigureOut">
              <a:rPr lang="en-US" smtClean="0"/>
              <a:t>10/11/2025</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44231775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3AEEF7F6-ECFE-4473-B3E9-C91BE833927A}" type="datetimeFigureOut">
              <a:rPr lang="en-US" smtClean="0"/>
              <a:t>10/11/2025</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37842801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6BE0305-2234-39DE-EC35-B6881018EC31}"/>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2" name="Rectangle 11">
              <a:extLst>
                <a:ext uri="{FF2B5EF4-FFF2-40B4-BE49-F238E27FC236}">
                  <a16:creationId xmlns:a16="http://schemas.microsoft.com/office/drawing/2014/main" id="{BEBF17BE-BA15-771A-79F4-91B4C5C752FB}"/>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79ADE0D-3A86-F364-6B2A-F373A75E29AE}"/>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12648" y="502920"/>
            <a:ext cx="3595634" cy="1808201"/>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12648" y="2311121"/>
            <a:ext cx="3309608" cy="3993263"/>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283299" y="502920"/>
            <a:ext cx="6283861" cy="580326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3AEEF7F6-ECFE-4473-B3E9-C91BE833927A}" type="datetimeFigureOut">
              <a:rPr lang="en-US" smtClean="0"/>
              <a:t>10/11/2025</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208067826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D02923E9-478C-95DE-C678-A683A36F5388}"/>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21" name="Rectangle 20">
              <a:extLst>
                <a:ext uri="{FF2B5EF4-FFF2-40B4-BE49-F238E27FC236}">
                  <a16:creationId xmlns:a16="http://schemas.microsoft.com/office/drawing/2014/main" id="{43DD8A0F-EB40-1201-2A23-685958AC5DF6}"/>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9B912E4F-3FBB-39E4-2EA2-BA0D8858A74D}"/>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8" y="502920"/>
            <a:ext cx="3713996" cy="2247200"/>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8" y="2826137"/>
            <a:ext cx="3310128"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24" name="Footer Placeholder 23">
            <a:extLst>
              <a:ext uri="{FF2B5EF4-FFF2-40B4-BE49-F238E27FC236}">
                <a16:creationId xmlns:a16="http://schemas.microsoft.com/office/drawing/2014/main" id="{861F92C4-9651-789C-0B22-E6343EE25C7A}"/>
              </a:ext>
            </a:extLst>
          </p:cNvPr>
          <p:cNvSpPr>
            <a:spLocks noGrp="1"/>
          </p:cNvSpPr>
          <p:nvPr>
            <p:ph type="ftr" sz="quarter" idx="15"/>
          </p:nvPr>
        </p:nvSpPr>
        <p:spPr/>
        <p:txBody>
          <a:bodyPr/>
          <a:lstStyle/>
          <a:p>
            <a:endParaRPr lang="en-US"/>
          </a:p>
        </p:txBody>
      </p:sp>
      <p:sp>
        <p:nvSpPr>
          <p:cNvPr id="8" name="Picture Placeholder 7">
            <a:extLst>
              <a:ext uri="{FF2B5EF4-FFF2-40B4-BE49-F238E27FC236}">
                <a16:creationId xmlns:a16="http://schemas.microsoft.com/office/drawing/2014/main" id="{6CCD178F-4127-FE67-2F5D-0F1CE7884398}"/>
              </a:ext>
            </a:extLst>
          </p:cNvPr>
          <p:cNvSpPr>
            <a:spLocks noGrp="1"/>
          </p:cNvSpPr>
          <p:nvPr>
            <p:ph type="pic" sz="quarter" idx="13" hasCustomPrompt="1"/>
          </p:nvPr>
        </p:nvSpPr>
        <p:spPr>
          <a:xfrm>
            <a:off x="5153978" y="342016"/>
            <a:ext cx="6413182" cy="5976487"/>
          </a:xfrm>
          <a:blipFill dpi="0" rotWithShape="1">
            <a:blip r:embed="rId2">
              <a:alphaModFix amt="70000"/>
            </a:blip>
            <a:srcRect/>
            <a:stretch>
              <a:fillRect/>
            </a:stretch>
          </a:blipFill>
        </p:spPr>
        <p:txBody>
          <a:bodyPr/>
          <a:lstStyle>
            <a:lvl1pPr marL="0" indent="0">
              <a:buNone/>
              <a:defRPr/>
            </a:lvl1pPr>
          </a:lstStyle>
          <a:p>
            <a:r>
              <a:rPr lang="en-US" dirty="0"/>
              <a:t> </a:t>
            </a:r>
          </a:p>
        </p:txBody>
      </p:sp>
      <p:sp>
        <p:nvSpPr>
          <p:cNvPr id="23" name="Date Placeholder 22">
            <a:extLst>
              <a:ext uri="{FF2B5EF4-FFF2-40B4-BE49-F238E27FC236}">
                <a16:creationId xmlns:a16="http://schemas.microsoft.com/office/drawing/2014/main" id="{8ACB14E1-4D3B-B55C-4791-64F774AC361F}"/>
              </a:ext>
            </a:extLst>
          </p:cNvPr>
          <p:cNvSpPr>
            <a:spLocks noGrp="1"/>
          </p:cNvSpPr>
          <p:nvPr>
            <p:ph type="dt" sz="half" idx="14"/>
          </p:nvPr>
        </p:nvSpPr>
        <p:spPr/>
        <p:txBody>
          <a:bodyPr/>
          <a:lstStyle/>
          <a:p>
            <a:fld id="{3AEEF7F6-ECFE-4473-B3E9-C91BE833927A}" type="datetimeFigureOut">
              <a:rPr lang="en-US" smtClean="0"/>
              <a:t>10/11/2025</a:t>
            </a:fld>
            <a:endParaRPr lang="en-US"/>
          </a:p>
        </p:txBody>
      </p:sp>
      <p:sp>
        <p:nvSpPr>
          <p:cNvPr id="25" name="Slide Number Placeholder 24">
            <a:extLst>
              <a:ext uri="{FF2B5EF4-FFF2-40B4-BE49-F238E27FC236}">
                <a16:creationId xmlns:a16="http://schemas.microsoft.com/office/drawing/2014/main" id="{E55DAD34-8521-F119-F985-ABFBDD340032}"/>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77948165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0AE463B-60C7-F01E-97F6-1486FB41D222}"/>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7" name="Rectangle 6">
              <a:extLst>
                <a:ext uri="{FF2B5EF4-FFF2-40B4-BE49-F238E27FC236}">
                  <a16:creationId xmlns:a16="http://schemas.microsoft.com/office/drawing/2014/main" id="{EF94E48A-D751-8593-5D71-0683866A2404}"/>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55092F9-8C9B-4865-CB0E-EFD550A28ED3}"/>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10890373" cy="1463040"/>
          </a:xfrm>
        </p:spPr>
        <p:txBody>
          <a:bodyPr anchor="t">
            <a:normAutofit/>
          </a:bodyPr>
          <a:lstStyle>
            <a:lvl1pPr>
              <a:defRPr sz="6000">
                <a:gradFill>
                  <a:gsLst>
                    <a:gs pos="0">
                      <a:schemeClr val="accent2"/>
                    </a:gs>
                    <a:gs pos="100000">
                      <a:schemeClr val="accent5"/>
                    </a:gs>
                  </a:gsLst>
                  <a:lin ang="4200000" scaled="0"/>
                </a:gra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12648" y="3483864"/>
            <a:ext cx="10890374"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67F5585-231E-4B46-143C-086AE5C56D2F}"/>
              </a:ext>
            </a:extLst>
          </p:cNvPr>
          <p:cNvSpPr>
            <a:spLocks noGrp="1"/>
          </p:cNvSpPr>
          <p:nvPr>
            <p:ph type="ftr" sz="quarter" idx="15"/>
          </p:nvPr>
        </p:nvSpPr>
        <p:spPr/>
        <p:txBody>
          <a:bodyPr/>
          <a:lstStyle/>
          <a:p>
            <a:endParaRPr lang="en-US"/>
          </a:p>
        </p:txBody>
      </p:sp>
      <p:sp>
        <p:nvSpPr>
          <p:cNvPr id="4" name="Date Placeholder 3">
            <a:extLst>
              <a:ext uri="{FF2B5EF4-FFF2-40B4-BE49-F238E27FC236}">
                <a16:creationId xmlns:a16="http://schemas.microsoft.com/office/drawing/2014/main" id="{5C52CF0D-DCF6-2401-8AD6-ED12BCF0D0F7}"/>
              </a:ext>
            </a:extLst>
          </p:cNvPr>
          <p:cNvSpPr>
            <a:spLocks noGrp="1"/>
          </p:cNvSpPr>
          <p:nvPr>
            <p:ph type="dt" sz="half" idx="14"/>
          </p:nvPr>
        </p:nvSpPr>
        <p:spPr/>
        <p:txBody>
          <a:bodyPr/>
          <a:lstStyle/>
          <a:p>
            <a:fld id="{3AEEF7F6-ECFE-4473-B3E9-C91BE833927A}" type="datetimeFigureOut">
              <a:rPr lang="en-US" smtClean="0"/>
              <a:t>10/11/2025</a:t>
            </a:fld>
            <a:endParaRPr lang="en-US"/>
          </a:p>
        </p:txBody>
      </p:sp>
      <p:sp>
        <p:nvSpPr>
          <p:cNvPr id="6" name="Slide Number Placeholder 5">
            <a:extLst>
              <a:ext uri="{FF2B5EF4-FFF2-40B4-BE49-F238E27FC236}">
                <a16:creationId xmlns:a16="http://schemas.microsoft.com/office/drawing/2014/main" id="{90CE8D9E-59BD-DBC5-F43C-8A6A21AE2F10}"/>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2759217830"/>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1627318"/>
            <a:ext cx="8430768" cy="1842020"/>
          </a:xfrm>
        </p:spPr>
        <p:txBody>
          <a:bodyPr anchor="b">
            <a:normAutofit/>
          </a:bodyPr>
          <a:lstStyle>
            <a:lvl1pPr>
              <a:defRPr sz="6000">
                <a:gradFill>
                  <a:gsLst>
                    <a:gs pos="0">
                      <a:schemeClr val="accent2"/>
                    </a:gs>
                    <a:gs pos="100000">
                      <a:schemeClr val="accent5"/>
                    </a:gs>
                  </a:gsLst>
                  <a:lin ang="4200000" scaled="0"/>
                </a:gradFill>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12648" y="3622673"/>
            <a:ext cx="8430768" cy="1609344"/>
          </a:xfrm>
        </p:spPr>
        <p:txBody>
          <a:bodyPr vert="horz" lIns="91440" tIns="45720" rIns="91440" bIns="45720" rtlCol="0">
            <a:normAutofit/>
          </a:bodyPr>
          <a:lstStyle>
            <a:lvl1pPr marL="0" indent="0">
              <a:buNone/>
              <a:defRPr lang="en-US" sz="2200" dirty="0"/>
            </a:lvl1pPr>
            <a:lvl2pPr marL="228600" indent="0">
              <a:buNone/>
              <a:defRPr lang="en-US" sz="1800" dirty="0"/>
            </a:lvl2pPr>
            <a:lvl3pPr marL="457200" indent="0">
              <a:buNone/>
              <a:defRPr lang="en-US" sz="16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F664FAF8-D2CD-617D-EEE4-AFE7E979984A}"/>
              </a:ext>
            </a:extLst>
          </p:cNvPr>
          <p:cNvSpPr>
            <a:spLocks noGrp="1"/>
          </p:cNvSpPr>
          <p:nvPr>
            <p:ph type="ftr" sz="quarter" idx="16"/>
          </p:nvPr>
        </p:nvSpPr>
        <p:spPr/>
        <p:txBody>
          <a:bodyPr/>
          <a:lstStyle/>
          <a:p>
            <a:endParaRPr lang="en-US"/>
          </a:p>
        </p:txBody>
      </p:sp>
      <p:sp>
        <p:nvSpPr>
          <p:cNvPr id="3" name="Date Placeholder 2">
            <a:extLst>
              <a:ext uri="{FF2B5EF4-FFF2-40B4-BE49-F238E27FC236}">
                <a16:creationId xmlns:a16="http://schemas.microsoft.com/office/drawing/2014/main" id="{7CAECC89-C65D-CAD6-3F7F-24F67D81DCF1}"/>
              </a:ext>
            </a:extLst>
          </p:cNvPr>
          <p:cNvSpPr>
            <a:spLocks noGrp="1"/>
          </p:cNvSpPr>
          <p:nvPr>
            <p:ph type="dt" sz="half" idx="15"/>
          </p:nvPr>
        </p:nvSpPr>
        <p:spPr/>
        <p:txBody>
          <a:bodyPr/>
          <a:lstStyle/>
          <a:p>
            <a:fld id="{3AEEF7F6-ECFE-4473-B3E9-C91BE833927A}" type="datetimeFigureOut">
              <a:rPr lang="en-US" smtClean="0"/>
              <a:t>10/11/2025</a:t>
            </a:fld>
            <a:endParaRPr lang="en-US"/>
          </a:p>
        </p:txBody>
      </p:sp>
      <p:sp>
        <p:nvSpPr>
          <p:cNvPr id="9" name="Slide Number Placeholder 8">
            <a:extLst>
              <a:ext uri="{FF2B5EF4-FFF2-40B4-BE49-F238E27FC236}">
                <a16:creationId xmlns:a16="http://schemas.microsoft.com/office/drawing/2014/main" id="{B0DB779D-8A81-935C-F850-6C0DCAD5E6D1}"/>
              </a:ext>
            </a:extLst>
          </p:cNvPr>
          <p:cNvSpPr>
            <a:spLocks noGrp="1"/>
          </p:cNvSpPr>
          <p:nvPr>
            <p:ph type="sldNum" sz="quarter" idx="17"/>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478574698"/>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cSld name="1_Two Content">
    <p:spTree>
      <p:nvGrpSpPr>
        <p:cNvPr id="1" name=""/>
        <p:cNvGrpSpPr/>
        <p:nvPr/>
      </p:nvGrpSpPr>
      <p:grpSpPr>
        <a:xfrm>
          <a:off x="0" y="0"/>
          <a:ext cx="0" cy="0"/>
          <a:chOff x="0" y="0"/>
          <a:chExt cx="0" cy="0"/>
        </a:xfrm>
      </p:grpSpPr>
      <p:sp>
        <p:nvSpPr>
          <p:cNvPr id="9" name="Content Placeholder 8"/>
          <p:cNvSpPr>
            <a:spLocks noGrp="1"/>
          </p:cNvSpPr>
          <p:nvPr>
            <p:ph sz="quarter" idx="13"/>
          </p:nvPr>
        </p:nvSpPr>
        <p:spPr>
          <a:xfrm>
            <a:off x="294640" y="1284923"/>
            <a:ext cx="5705856" cy="4874578"/>
          </a:xfrm>
        </p:spPr>
        <p:txBody>
          <a:bodyPr/>
          <a:lstStyle>
            <a:lvl1pPr>
              <a:defRPr>
                <a:solidFill>
                  <a:schemeClr val="accent6"/>
                </a:solidFill>
              </a:defRPr>
            </a:lvl1pPr>
            <a:lvl2pPr>
              <a:defRPr>
                <a:solidFill>
                  <a:schemeClr val="accent6"/>
                </a:solidFill>
              </a:defRPr>
            </a:lvl2pPr>
            <a:lvl3pPr>
              <a:defRPr>
                <a:solidFill>
                  <a:schemeClr val="accent6"/>
                </a:solidFill>
              </a:defRPr>
            </a:lvl3pPr>
            <a:lvl4pPr>
              <a:defRPr>
                <a:solidFill>
                  <a:schemeClr val="accent6"/>
                </a:solidFill>
              </a:defRPr>
            </a:lvl4pPr>
            <a:lvl5pPr>
              <a:defRPr>
                <a:solidFill>
                  <a:schemeClr val="accent6"/>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10"/>
          <p:cNvSpPr>
            <a:spLocks noGrp="1"/>
          </p:cNvSpPr>
          <p:nvPr>
            <p:ph sz="quarter" idx="14"/>
          </p:nvPr>
        </p:nvSpPr>
        <p:spPr>
          <a:xfrm>
            <a:off x="6244336" y="1284924"/>
            <a:ext cx="5730240" cy="4874577"/>
          </a:xfrm>
        </p:spPr>
        <p:txBody>
          <a:bodyPr/>
          <a:lstStyle>
            <a:lvl1pPr>
              <a:defRPr>
                <a:solidFill>
                  <a:schemeClr val="accent6"/>
                </a:solidFill>
              </a:defRPr>
            </a:lvl1pPr>
            <a:lvl2pPr>
              <a:defRPr>
                <a:solidFill>
                  <a:schemeClr val="accent6"/>
                </a:solidFill>
              </a:defRPr>
            </a:lvl2pPr>
            <a:lvl3pPr>
              <a:defRPr>
                <a:solidFill>
                  <a:schemeClr val="accent6"/>
                </a:solidFill>
              </a:defRPr>
            </a:lvl3pPr>
            <a:lvl4pPr>
              <a:defRPr>
                <a:solidFill>
                  <a:schemeClr val="accent6"/>
                </a:solidFill>
              </a:defRPr>
            </a:lvl4pPr>
            <a:lvl5pPr>
              <a:defRPr>
                <a:solidFill>
                  <a:schemeClr val="accent6"/>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1"/>
          <p:cNvSpPr>
            <a:spLocks noGrp="1"/>
          </p:cNvSpPr>
          <p:nvPr>
            <p:ph type="title" hasCustomPrompt="1"/>
          </p:nvPr>
        </p:nvSpPr>
        <p:spPr>
          <a:xfrm>
            <a:off x="289400" y="169154"/>
            <a:ext cx="11634376" cy="654576"/>
          </a:xfrm>
        </p:spPr>
        <p:txBody>
          <a:bodyPr>
            <a:normAutofit/>
          </a:bodyPr>
          <a:lstStyle>
            <a:lvl1pPr>
              <a:defRPr sz="3600" b="1" i="0" baseline="0">
                <a:solidFill>
                  <a:schemeClr val="tx1"/>
                </a:solidFill>
                <a:latin typeface="+mj-lt"/>
                <a:ea typeface="Tahoma" charset="0"/>
                <a:cs typeface="Tahoma" charset="0"/>
              </a:defRPr>
            </a:lvl1pPr>
          </a:lstStyle>
          <a:p>
            <a:r>
              <a:rPr lang="en-US"/>
              <a:t>Slide Title</a:t>
            </a:r>
          </a:p>
        </p:txBody>
      </p:sp>
      <p:sp>
        <p:nvSpPr>
          <p:cNvPr id="10" name="Subtitle 2"/>
          <p:cNvSpPr>
            <a:spLocks noGrp="1"/>
          </p:cNvSpPr>
          <p:nvPr>
            <p:ph type="subTitle" idx="15" hasCustomPrompt="1"/>
          </p:nvPr>
        </p:nvSpPr>
        <p:spPr>
          <a:xfrm>
            <a:off x="289400" y="823731"/>
            <a:ext cx="11634376" cy="340973"/>
          </a:xfrm>
        </p:spPr>
        <p:txBody>
          <a:bodyPr>
            <a:normAutofit/>
          </a:bodyPr>
          <a:lstStyle>
            <a:lvl1pPr marL="0" indent="0" algn="l">
              <a:buNone/>
              <a:defRPr sz="1600" b="0" i="0">
                <a:solidFill>
                  <a:schemeClr val="tx1"/>
                </a:solidFill>
                <a:latin typeface="+mn-lt"/>
                <a:ea typeface="Tahoma" charset="0"/>
                <a:cs typeface="Tahoma"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 </a:t>
            </a:r>
          </a:p>
        </p:txBody>
      </p:sp>
      <p:sp>
        <p:nvSpPr>
          <p:cNvPr id="15" name="Date Placeholder 3"/>
          <p:cNvSpPr>
            <a:spLocks noGrp="1"/>
          </p:cNvSpPr>
          <p:nvPr>
            <p:ph type="dt" sz="half" idx="2"/>
          </p:nvPr>
        </p:nvSpPr>
        <p:spPr>
          <a:xfrm>
            <a:off x="1251588" y="6356353"/>
            <a:ext cx="1210733"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048702F-412C-4CEF-ABE7-C49B765E9059}" type="datetimeFigureOut">
              <a:rPr lang="en-US" smtClean="0"/>
              <a:t>10/11/2025</a:t>
            </a:fld>
            <a:endParaRPr lang="en-US"/>
          </a:p>
        </p:txBody>
      </p:sp>
      <p:sp>
        <p:nvSpPr>
          <p:cNvPr id="16" name="Footer Placeholder 4"/>
          <p:cNvSpPr>
            <a:spLocks noGrp="1"/>
          </p:cNvSpPr>
          <p:nvPr>
            <p:ph type="ftr" sz="quarter" idx="3"/>
          </p:nvPr>
        </p:nvSpPr>
        <p:spPr>
          <a:xfrm>
            <a:off x="2654042" y="6356353"/>
            <a:ext cx="777370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17" name="Slide Number Placeholder 5"/>
          <p:cNvSpPr>
            <a:spLocks noGrp="1"/>
          </p:cNvSpPr>
          <p:nvPr>
            <p:ph type="sldNum" sz="quarter" idx="4"/>
          </p:nvPr>
        </p:nvSpPr>
        <p:spPr>
          <a:xfrm>
            <a:off x="289400" y="6356353"/>
            <a:ext cx="770467"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C14B51C-DFC7-4853-98B8-136744874381}" type="slidenum">
              <a:rPr lang="en-US" smtClean="0"/>
              <a:t>‹#›</a:t>
            </a:fld>
            <a:endParaRPr lang="en-US"/>
          </a:p>
        </p:txBody>
      </p:sp>
    </p:spTree>
    <p:extLst>
      <p:ext uri="{BB962C8B-B14F-4D97-AF65-F5344CB8AC3E}">
        <p14:creationId xmlns:p14="http://schemas.microsoft.com/office/powerpoint/2010/main" val="4109001649"/>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02920"/>
            <a:ext cx="10954512" cy="119786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8" y="1801368"/>
            <a:ext cx="10954512" cy="44805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12648" y="6318504"/>
            <a:ext cx="4096512" cy="365760"/>
          </a:xfrm>
          <a:prstGeom prst="rect">
            <a:avLst/>
          </a:prstGeom>
        </p:spPr>
        <p:txBody>
          <a:bodyPr vert="horz" lIns="91440" tIns="45720" rIns="91440" bIns="45720" rtlCol="0" anchor="ctr"/>
          <a:lstStyle>
            <a:lvl1pPr algn="l">
              <a:defRPr sz="850">
                <a:solidFill>
                  <a:schemeClr val="tx1"/>
                </a:solidFill>
              </a:defRPr>
            </a:lvl1pPr>
          </a:lstStyle>
          <a:p>
            <a:endParaRPr lang="en-US"/>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8430768" y="6318504"/>
            <a:ext cx="3136392" cy="365760"/>
          </a:xfrm>
          <a:prstGeom prst="rect">
            <a:avLst/>
          </a:prstGeom>
        </p:spPr>
        <p:txBody>
          <a:bodyPr vert="horz" lIns="91440" tIns="45720" rIns="91440" bIns="45720" rtlCol="0" anchor="ctr"/>
          <a:lstStyle>
            <a:lvl1pPr algn="r">
              <a:defRPr sz="850">
                <a:solidFill>
                  <a:schemeClr val="tx1"/>
                </a:solidFill>
              </a:defRPr>
            </a:lvl1pPr>
          </a:lstStyle>
          <a:p>
            <a:fld id="{3AEEF7F6-ECFE-4473-B3E9-C91BE833927A}" type="datetimeFigureOut">
              <a:rPr lang="en-US" smtClean="0"/>
              <a:t>10/11/2025</a:t>
            </a:fld>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484864" y="6318504"/>
            <a:ext cx="493776" cy="365760"/>
          </a:xfrm>
          <a:prstGeom prst="rect">
            <a:avLst/>
          </a:prstGeom>
        </p:spPr>
        <p:txBody>
          <a:bodyPr vert="horz" lIns="91440" tIns="45720" rIns="91440" bIns="45720" rtlCol="0" anchor="ctr"/>
          <a:lstStyle>
            <a:lvl1pPr algn="r">
              <a:defRPr sz="850">
                <a:solidFill>
                  <a:schemeClr val="tx1"/>
                </a:solidFill>
              </a:defRPr>
            </a:lvl1pPr>
          </a:lstStyle>
          <a:p>
            <a:fld id="{5DAD859A-2C66-45B9-9A71-3CF205EC2D4A}" type="slidenum">
              <a:rPr lang="en-US" smtClean="0"/>
              <a:t>‹#›</a:t>
            </a:fld>
            <a:endParaRPr lang="en-US"/>
          </a:p>
        </p:txBody>
      </p:sp>
    </p:spTree>
    <p:extLst>
      <p:ext uri="{BB962C8B-B14F-4D97-AF65-F5344CB8AC3E}">
        <p14:creationId xmlns:p14="http://schemas.microsoft.com/office/powerpoint/2010/main" val="942325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Lst>
  <p:txStyles>
    <p:titleStyle>
      <a:lvl1pPr algn="l" defTabSz="914400" rtl="0" eaLnBrk="1" latinLnBrk="0" hangingPunct="1">
        <a:lnSpc>
          <a:spcPct val="90000"/>
        </a:lnSpc>
        <a:spcBef>
          <a:spcPct val="0"/>
        </a:spcBef>
        <a:buNone/>
        <a:defRPr sz="2800" b="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6.xml"/></Relationships>
</file>

<file path=ppt/slides/_rels/slide3.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3.xml"/><Relationship Id="rId1" Type="http://schemas.openxmlformats.org/officeDocument/2006/relationships/slideLayout" Target="../slideLayouts/slideLayout32.xml"/></Relationships>
</file>

<file path=ppt/slides/_rels/slide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xml"/><Relationship Id="rId1" Type="http://schemas.openxmlformats.org/officeDocument/2006/relationships/slideLayout" Target="../slideLayouts/slideLayout32.xml"/></Relationships>
</file>

<file path=ppt/slides/_rels/slide8.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5.xml"/><Relationship Id="rId1" Type="http://schemas.openxmlformats.org/officeDocument/2006/relationships/slideLayout" Target="../slideLayouts/slideLayout32.xml"/></Relationships>
</file>

<file path=ppt/slides/_rels/slide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6.xml"/><Relationship Id="rId1" Type="http://schemas.openxmlformats.org/officeDocument/2006/relationships/slideLayout" Target="../slideLayouts/slideLayout32.xml"/></Relationships>
</file>

<file path=ppt/slides/_rels/slide10.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7.xml"/><Relationship Id="rId1" Type="http://schemas.openxmlformats.org/officeDocument/2006/relationships/slideLayout" Target="../slideLayouts/slideLayout32.xml"/></Relationships>
</file>

<file path=ppt/slides/_rels/slide11.xml.rels><?xml version="1.0" encoding="UTF-8" standalone="yes"?>
<Relationships xmlns="http://schemas.openxmlformats.org/package/2006/relationships"><Relationship Id="rId26" Type="http://schemas.openxmlformats.org/officeDocument/2006/relationships/customXml" Target="../ink/ink13.xml"/><Relationship Id="rId21" Type="http://schemas.openxmlformats.org/officeDocument/2006/relationships/image" Target="../media/image23.png"/><Relationship Id="rId42" Type="http://schemas.openxmlformats.org/officeDocument/2006/relationships/customXml" Target="../ink/ink21.xml"/><Relationship Id="rId47" Type="http://schemas.openxmlformats.org/officeDocument/2006/relationships/image" Target="../media/image36.png"/><Relationship Id="rId63" Type="http://schemas.openxmlformats.org/officeDocument/2006/relationships/image" Target="../media/image44.png"/><Relationship Id="rId68" Type="http://schemas.openxmlformats.org/officeDocument/2006/relationships/customXml" Target="../ink/ink34.xml"/><Relationship Id="rId7" Type="http://schemas.openxmlformats.org/officeDocument/2006/relationships/image" Target="../media/image16.png"/><Relationship Id="rId2" Type="http://schemas.openxmlformats.org/officeDocument/2006/relationships/customXml" Target="../ink/ink1.xml"/><Relationship Id="rId16" Type="http://schemas.openxmlformats.org/officeDocument/2006/relationships/customXml" Target="../ink/ink8.xml"/><Relationship Id="rId29" Type="http://schemas.openxmlformats.org/officeDocument/2006/relationships/image" Target="../media/image27.png"/><Relationship Id="rId11" Type="http://schemas.openxmlformats.org/officeDocument/2006/relationships/image" Target="../media/image18.png"/><Relationship Id="rId24" Type="http://schemas.openxmlformats.org/officeDocument/2006/relationships/customXml" Target="../ink/ink12.xml"/><Relationship Id="rId32" Type="http://schemas.openxmlformats.org/officeDocument/2006/relationships/customXml" Target="../ink/ink16.xml"/><Relationship Id="rId37" Type="http://schemas.openxmlformats.org/officeDocument/2006/relationships/image" Target="../media/image31.png"/><Relationship Id="rId40" Type="http://schemas.openxmlformats.org/officeDocument/2006/relationships/customXml" Target="../ink/ink20.xml"/><Relationship Id="rId45" Type="http://schemas.openxmlformats.org/officeDocument/2006/relationships/image" Target="../media/image35.png"/><Relationship Id="rId53" Type="http://schemas.openxmlformats.org/officeDocument/2006/relationships/image" Target="../media/image39.png"/><Relationship Id="rId58" Type="http://schemas.openxmlformats.org/officeDocument/2006/relationships/customXml" Target="../ink/ink29.xml"/><Relationship Id="rId66" Type="http://schemas.openxmlformats.org/officeDocument/2006/relationships/customXml" Target="../ink/ink33.xml"/><Relationship Id="rId5" Type="http://schemas.openxmlformats.org/officeDocument/2006/relationships/image" Target="../media/image15.png"/><Relationship Id="rId61" Type="http://schemas.openxmlformats.org/officeDocument/2006/relationships/image" Target="../media/image43.png"/><Relationship Id="rId19" Type="http://schemas.openxmlformats.org/officeDocument/2006/relationships/image" Target="../media/image22.png"/><Relationship Id="rId14" Type="http://schemas.openxmlformats.org/officeDocument/2006/relationships/customXml" Target="../ink/ink7.xml"/><Relationship Id="rId22" Type="http://schemas.openxmlformats.org/officeDocument/2006/relationships/customXml" Target="../ink/ink11.xml"/><Relationship Id="rId27" Type="http://schemas.openxmlformats.org/officeDocument/2006/relationships/image" Target="../media/image26.png"/><Relationship Id="rId30" Type="http://schemas.openxmlformats.org/officeDocument/2006/relationships/customXml" Target="../ink/ink15.xml"/><Relationship Id="rId35" Type="http://schemas.openxmlformats.org/officeDocument/2006/relationships/image" Target="../media/image30.png"/><Relationship Id="rId43" Type="http://schemas.openxmlformats.org/officeDocument/2006/relationships/image" Target="../media/image34.png"/><Relationship Id="rId48" Type="http://schemas.openxmlformats.org/officeDocument/2006/relationships/customXml" Target="../ink/ink24.xml"/><Relationship Id="rId56" Type="http://schemas.openxmlformats.org/officeDocument/2006/relationships/customXml" Target="../ink/ink28.xml"/><Relationship Id="rId64" Type="http://schemas.openxmlformats.org/officeDocument/2006/relationships/customXml" Target="../ink/ink32.xml"/><Relationship Id="rId69" Type="http://schemas.openxmlformats.org/officeDocument/2006/relationships/image" Target="../media/image47.png"/><Relationship Id="rId8" Type="http://schemas.openxmlformats.org/officeDocument/2006/relationships/customXml" Target="../ink/ink4.xml"/><Relationship Id="rId51" Type="http://schemas.openxmlformats.org/officeDocument/2006/relationships/image" Target="../media/image38.png"/><Relationship Id="rId3" Type="http://schemas.openxmlformats.org/officeDocument/2006/relationships/image" Target="../media/image14.png"/><Relationship Id="rId12" Type="http://schemas.openxmlformats.org/officeDocument/2006/relationships/customXml" Target="../ink/ink6.xml"/><Relationship Id="rId17" Type="http://schemas.openxmlformats.org/officeDocument/2006/relationships/image" Target="../media/image21.png"/><Relationship Id="rId25" Type="http://schemas.openxmlformats.org/officeDocument/2006/relationships/image" Target="../media/image25.png"/><Relationship Id="rId33" Type="http://schemas.openxmlformats.org/officeDocument/2006/relationships/image" Target="../media/image29.png"/><Relationship Id="rId38" Type="http://schemas.openxmlformats.org/officeDocument/2006/relationships/customXml" Target="../ink/ink19.xml"/><Relationship Id="rId46" Type="http://schemas.openxmlformats.org/officeDocument/2006/relationships/customXml" Target="../ink/ink23.xml"/><Relationship Id="rId59" Type="http://schemas.openxmlformats.org/officeDocument/2006/relationships/image" Target="../media/image42.png"/><Relationship Id="rId67" Type="http://schemas.openxmlformats.org/officeDocument/2006/relationships/image" Target="../media/image46.png"/><Relationship Id="rId20" Type="http://schemas.openxmlformats.org/officeDocument/2006/relationships/customXml" Target="../ink/ink10.xml"/><Relationship Id="rId41" Type="http://schemas.openxmlformats.org/officeDocument/2006/relationships/image" Target="../media/image33.png"/><Relationship Id="rId54" Type="http://schemas.openxmlformats.org/officeDocument/2006/relationships/customXml" Target="../ink/ink27.xml"/><Relationship Id="rId62" Type="http://schemas.openxmlformats.org/officeDocument/2006/relationships/customXml" Target="../ink/ink31.xml"/><Relationship Id="rId1" Type="http://schemas.openxmlformats.org/officeDocument/2006/relationships/slideLayout" Target="../slideLayouts/slideLayout46.xml"/><Relationship Id="rId6" Type="http://schemas.openxmlformats.org/officeDocument/2006/relationships/customXml" Target="../ink/ink3.xml"/><Relationship Id="rId15" Type="http://schemas.openxmlformats.org/officeDocument/2006/relationships/image" Target="../media/image20.png"/><Relationship Id="rId23" Type="http://schemas.openxmlformats.org/officeDocument/2006/relationships/image" Target="../media/image24.png"/><Relationship Id="rId28" Type="http://schemas.openxmlformats.org/officeDocument/2006/relationships/customXml" Target="../ink/ink14.xml"/><Relationship Id="rId36" Type="http://schemas.openxmlformats.org/officeDocument/2006/relationships/customXml" Target="../ink/ink18.xml"/><Relationship Id="rId49" Type="http://schemas.openxmlformats.org/officeDocument/2006/relationships/image" Target="../media/image37.png"/><Relationship Id="rId57" Type="http://schemas.openxmlformats.org/officeDocument/2006/relationships/image" Target="../media/image41.png"/><Relationship Id="rId10" Type="http://schemas.openxmlformats.org/officeDocument/2006/relationships/customXml" Target="../ink/ink5.xml"/><Relationship Id="rId31" Type="http://schemas.openxmlformats.org/officeDocument/2006/relationships/image" Target="../media/image28.png"/><Relationship Id="rId44" Type="http://schemas.openxmlformats.org/officeDocument/2006/relationships/customXml" Target="../ink/ink22.xml"/><Relationship Id="rId52" Type="http://schemas.openxmlformats.org/officeDocument/2006/relationships/customXml" Target="../ink/ink26.xml"/><Relationship Id="rId60" Type="http://schemas.openxmlformats.org/officeDocument/2006/relationships/customXml" Target="../ink/ink30.xml"/><Relationship Id="rId65" Type="http://schemas.openxmlformats.org/officeDocument/2006/relationships/image" Target="../media/image45.png"/><Relationship Id="rId4" Type="http://schemas.openxmlformats.org/officeDocument/2006/relationships/customXml" Target="../ink/ink2.xml"/><Relationship Id="rId9" Type="http://schemas.openxmlformats.org/officeDocument/2006/relationships/image" Target="../media/image17.png"/><Relationship Id="rId13" Type="http://schemas.openxmlformats.org/officeDocument/2006/relationships/image" Target="../media/image19.png"/><Relationship Id="rId18" Type="http://schemas.openxmlformats.org/officeDocument/2006/relationships/customXml" Target="../ink/ink9.xml"/><Relationship Id="rId39" Type="http://schemas.openxmlformats.org/officeDocument/2006/relationships/image" Target="../media/image32.png"/><Relationship Id="rId34" Type="http://schemas.openxmlformats.org/officeDocument/2006/relationships/customXml" Target="../ink/ink17.xml"/><Relationship Id="rId50" Type="http://schemas.openxmlformats.org/officeDocument/2006/relationships/customXml" Target="../ink/ink25.xml"/><Relationship Id="rId55" Type="http://schemas.openxmlformats.org/officeDocument/2006/relationships/image" Target="../media/image4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48.jpeg"/><Relationship Id="rId2" Type="http://schemas.openxmlformats.org/officeDocument/2006/relationships/notesSlide" Target="../notesSlides/notesSlide10.xml"/><Relationship Id="rId1" Type="http://schemas.openxmlformats.org/officeDocument/2006/relationships/slideLayout" Target="../slideLayouts/slideLayout32.xml"/></Relationships>
</file>

<file path=ppt/slides/_rels/slide1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6.xml"/></Relationships>
</file>

<file path=ppt/slides/_rels/slide1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46.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notesSlide" Target="../notesSlides/notesSlide12.xml"/><Relationship Id="rId1" Type="http://schemas.openxmlformats.org/officeDocument/2006/relationships/slideLayout" Target="../slideLayouts/slideLayout3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3FC3EA-AFDC-CA9C-C0DC-8C90A9E3E102}"/>
              </a:ext>
            </a:extLst>
          </p:cNvPr>
          <p:cNvSpPr>
            <a:spLocks noGrp="1"/>
          </p:cNvSpPr>
          <p:nvPr>
            <p:ph type="ctrTitle"/>
          </p:nvPr>
        </p:nvSpPr>
        <p:spPr>
          <a:xfrm>
            <a:off x="522732" y="4965192"/>
            <a:ext cx="11146536" cy="786384"/>
          </a:xfrm>
        </p:spPr>
        <p:txBody>
          <a:bodyPr anchor="b">
            <a:normAutofit/>
          </a:bodyPr>
          <a:lstStyle/>
          <a:p>
            <a:r>
              <a:rPr lang="en-US"/>
              <a:t>Tools in your AI's Toolbox: An Introduction to MCP Servers</a:t>
            </a:r>
          </a:p>
        </p:txBody>
      </p:sp>
      <p:sp>
        <p:nvSpPr>
          <p:cNvPr id="3" name="Subtitle 2">
            <a:extLst>
              <a:ext uri="{FF2B5EF4-FFF2-40B4-BE49-F238E27FC236}">
                <a16:creationId xmlns:a16="http://schemas.microsoft.com/office/drawing/2014/main" id="{B5B5E7D2-63CA-BA33-694F-8722630F4B0F}"/>
              </a:ext>
            </a:extLst>
          </p:cNvPr>
          <p:cNvSpPr>
            <a:spLocks noGrp="1"/>
          </p:cNvSpPr>
          <p:nvPr>
            <p:ph type="subTitle" idx="1"/>
          </p:nvPr>
        </p:nvSpPr>
        <p:spPr>
          <a:xfrm>
            <a:off x="1143000" y="5806440"/>
            <a:ext cx="9902952" cy="576072"/>
          </a:xfrm>
        </p:spPr>
        <p:txBody>
          <a:bodyPr anchor="t">
            <a:normAutofit/>
          </a:bodyPr>
          <a:lstStyle/>
          <a:p>
            <a:r>
              <a:rPr lang="en-US"/>
              <a:t>Understanding key technologies powering AI systems</a:t>
            </a:r>
          </a:p>
        </p:txBody>
      </p:sp>
      <p:pic>
        <p:nvPicPr>
          <p:cNvPr id="4" name="Picture 3" descr="Modern data center and technology background">
            <a:extLst>
              <a:ext uri="{FF2B5EF4-FFF2-40B4-BE49-F238E27FC236}">
                <a16:creationId xmlns:a16="http://schemas.microsoft.com/office/drawing/2014/main" id="{959287D2-7657-43C2-ABF0-B7883861C4BD}"/>
              </a:ext>
            </a:extLst>
          </p:cNvPr>
          <p:cNvPicPr>
            <a:picLocks noChangeAspect="1"/>
          </p:cNvPicPr>
          <p:nvPr/>
        </p:nvPicPr>
        <p:blipFill>
          <a:blip r:embed="rId3"/>
          <a:srcRect t="14448" r="-1" b="30333"/>
          <a:stretch>
            <a:fillRect/>
          </a:stretch>
        </p:blipFill>
        <p:spPr>
          <a:xfrm>
            <a:off x="20" y="10"/>
            <a:ext cx="12188932" cy="4492669"/>
          </a:xfrm>
          <a:prstGeom prst="rect">
            <a:avLst/>
          </a:prstGeom>
          <a:noFill/>
        </p:spPr>
      </p:pic>
    </p:spTree>
    <p:extLst>
      <p:ext uri="{BB962C8B-B14F-4D97-AF65-F5344CB8AC3E}">
        <p14:creationId xmlns:p14="http://schemas.microsoft.com/office/powerpoint/2010/main" val="925429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par>
                                <p:cTn id="11" presetID="42" presetClass="entr" presetSubtype="0" fill="hold" grpId="1" nodeType="withEffect">
                                  <p:stCondLst>
                                    <p:cond delay="250"/>
                                  </p:stCondLst>
                                  <p:iterate>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250"/>
                                        <p:tgtEl>
                                          <p:spTgt spid="3"/>
                                        </p:tgtEl>
                                      </p:cBhvr>
                                    </p:animEffect>
                                    <p:anim calcmode="lin" valueType="num">
                                      <p:cBhvr>
                                        <p:cTn id="14" dur="250" fill="hold"/>
                                        <p:tgtEl>
                                          <p:spTgt spid="3"/>
                                        </p:tgtEl>
                                        <p:attrNameLst>
                                          <p:attrName>ppt_x</p:attrName>
                                        </p:attrNameLst>
                                      </p:cBhvr>
                                      <p:tavLst>
                                        <p:tav tm="0">
                                          <p:val>
                                            <p:strVal val="#ppt_x"/>
                                          </p:val>
                                        </p:tav>
                                        <p:tav tm="100000">
                                          <p:val>
                                            <p:strVal val="#ppt_x"/>
                                          </p:val>
                                        </p:tav>
                                      </p:tavLst>
                                    </p:anim>
                                    <p:anim calcmode="lin" valueType="num">
                                      <p:cBhvr>
                                        <p:cTn id="15"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AF4C48C5-4F66-3B0C-8F06-80C218133F91}"/>
              </a:ext>
            </a:extLst>
          </p:cNvPr>
          <p:cNvPicPr>
            <a:picLocks noChangeAspect="1"/>
          </p:cNvPicPr>
          <p:nvPr/>
        </p:nvPicPr>
        <p:blipFill>
          <a:blip r:embed="rId2"/>
          <a:stretch>
            <a:fillRect/>
          </a:stretch>
        </p:blipFill>
        <p:spPr>
          <a:xfrm>
            <a:off x="0" y="9374"/>
            <a:ext cx="12192000" cy="683925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052CA08-BFB4-E89B-4D92-B77BCC2B40CA}"/>
              </a:ext>
            </a:extLst>
          </p:cNvPr>
          <p:cNvSpPr>
            <a:spLocks noGrp="1"/>
          </p:cNvSpPr>
          <p:nvPr>
            <p:ph type="title"/>
          </p:nvPr>
        </p:nvSpPr>
        <p:spPr>
          <a:xfrm>
            <a:off x="5970589" y="131546"/>
            <a:ext cx="5664198" cy="863023"/>
          </a:xfrm>
        </p:spPr>
        <p:txBody>
          <a:bodyPr>
            <a:normAutofit fontScale="90000"/>
          </a:bodyPr>
          <a:lstStyle/>
          <a:p>
            <a:r>
              <a:rPr lang="en-US" dirty="0"/>
              <a:t>Tim Rayburn</a:t>
            </a:r>
          </a:p>
        </p:txBody>
      </p:sp>
      <p:sp>
        <p:nvSpPr>
          <p:cNvPr id="6" name="Content Placeholder 5">
            <a:extLst>
              <a:ext uri="{FF2B5EF4-FFF2-40B4-BE49-F238E27FC236}">
                <a16:creationId xmlns:a16="http://schemas.microsoft.com/office/drawing/2014/main" id="{48FF2279-58EF-0FFD-23EC-F46B5F9C650B}"/>
              </a:ext>
            </a:extLst>
          </p:cNvPr>
          <p:cNvSpPr>
            <a:spLocks noGrp="1"/>
          </p:cNvSpPr>
          <p:nvPr>
            <p:ph sz="quarter" idx="13"/>
          </p:nvPr>
        </p:nvSpPr>
        <p:spPr>
          <a:xfrm>
            <a:off x="5785980" y="994569"/>
            <a:ext cx="6351199" cy="5597005"/>
          </a:xfrm>
        </p:spPr>
        <p:txBody>
          <a:bodyPr anchor="t">
            <a:normAutofit/>
          </a:bodyPr>
          <a:lstStyle/>
          <a:p>
            <a:r>
              <a:rPr lang="en-US" dirty="0">
                <a:latin typeface="Calibri" panose="020F0502020204030204" pitchFamily="34" charset="0"/>
                <a:ea typeface="Calibri" panose="020F0502020204030204" pitchFamily="34" charset="0"/>
                <a:cs typeface="Calibri" panose="020F0502020204030204" pitchFamily="34" charset="0"/>
              </a:rPr>
              <a:t>11-time </a:t>
            </a:r>
            <a:r>
              <a:rPr lang="en-US" b="1" dirty="0">
                <a:latin typeface="Calibri" panose="020F0502020204030204" pitchFamily="34" charset="0"/>
                <a:ea typeface="Calibri" panose="020F0502020204030204" pitchFamily="34" charset="0"/>
                <a:cs typeface="Calibri" panose="020F0502020204030204" pitchFamily="34" charset="0"/>
              </a:rPr>
              <a:t>Microsoft MVP </a:t>
            </a:r>
            <a:r>
              <a:rPr lang="en-US" dirty="0">
                <a:latin typeface="Calibri" panose="020F0502020204030204" pitchFamily="34" charset="0"/>
                <a:ea typeface="Calibri" panose="020F0502020204030204" pitchFamily="34" charset="0"/>
                <a:cs typeface="Calibri" panose="020F0502020204030204" pitchFamily="34" charset="0"/>
              </a:rPr>
              <a:t>(2007-2018)</a:t>
            </a:r>
          </a:p>
          <a:p>
            <a:r>
              <a:rPr lang="en-US" b="1" dirty="0">
                <a:latin typeface="Calibri" panose="020F0502020204030204" pitchFamily="34" charset="0"/>
                <a:ea typeface="Calibri" panose="020F0502020204030204" pitchFamily="34" charset="0"/>
                <a:cs typeface="Calibri" panose="020F0502020204030204" pitchFamily="34" charset="0"/>
              </a:rPr>
              <a:t>Open Source Maintainer</a:t>
            </a:r>
            <a:r>
              <a:rPr lang="en-US" dirty="0">
                <a:latin typeface="Calibri" panose="020F0502020204030204" pitchFamily="34" charset="0"/>
                <a:ea typeface="Calibri" panose="020F0502020204030204" pitchFamily="34" charset="0"/>
                <a:cs typeface="Calibri" panose="020F0502020204030204" pitchFamily="34" charset="0"/>
              </a:rPr>
              <a:t> for Highway Framework</a:t>
            </a:r>
          </a:p>
          <a:p>
            <a:r>
              <a:rPr lang="en-US" b="1" dirty="0">
                <a:latin typeface="Calibri" panose="020F0502020204030204" pitchFamily="34" charset="0"/>
                <a:ea typeface="Calibri" panose="020F0502020204030204" pitchFamily="34" charset="0"/>
                <a:cs typeface="Calibri" panose="020F0502020204030204" pitchFamily="34" charset="0"/>
              </a:rPr>
              <a:t>BBQ Fanatic </a:t>
            </a:r>
            <a:r>
              <a:rPr lang="en-US" dirty="0">
                <a:latin typeface="Calibri" panose="020F0502020204030204" pitchFamily="34" charset="0"/>
                <a:ea typeface="Calibri" panose="020F0502020204030204" pitchFamily="34" charset="0"/>
                <a:cs typeface="Calibri" panose="020F0502020204030204" pitchFamily="34" charset="0"/>
              </a:rPr>
              <a:t>– Feed over 200 people every July 4</a:t>
            </a:r>
            <a:r>
              <a:rPr lang="en-US" baseline="30000" dirty="0">
                <a:latin typeface="Calibri" panose="020F0502020204030204" pitchFamily="34" charset="0"/>
                <a:ea typeface="Calibri" panose="020F0502020204030204" pitchFamily="34" charset="0"/>
                <a:cs typeface="Calibri" panose="020F0502020204030204" pitchFamily="34" charset="0"/>
              </a:rPr>
              <a:t>th</a:t>
            </a:r>
            <a:r>
              <a:rPr lang="en-US" dirty="0">
                <a:latin typeface="Calibri" panose="020F0502020204030204" pitchFamily="34" charset="0"/>
                <a:ea typeface="Calibri" panose="020F0502020204030204" pitchFamily="34" charset="0"/>
                <a:cs typeface="Calibri" panose="020F0502020204030204" pitchFamily="34" charset="0"/>
              </a:rPr>
              <a:t> at the Improving Dallas office</a:t>
            </a:r>
          </a:p>
          <a:p>
            <a:r>
              <a:rPr lang="en-US" b="1" dirty="0">
                <a:latin typeface="Calibri" panose="020F0502020204030204" pitchFamily="34" charset="0"/>
                <a:ea typeface="Calibri" panose="020F0502020204030204" pitchFamily="34" charset="0"/>
                <a:cs typeface="Calibri" panose="020F0502020204030204" pitchFamily="34" charset="0"/>
              </a:rPr>
              <a:t>Soccer Fan </a:t>
            </a:r>
            <a:r>
              <a:rPr lang="en-US" dirty="0">
                <a:latin typeface="Calibri" panose="020F0502020204030204" pitchFamily="34" charset="0"/>
                <a:ea typeface="Calibri" panose="020F0502020204030204" pitchFamily="34" charset="0"/>
                <a:cs typeface="Calibri" panose="020F0502020204030204" pitchFamily="34" charset="0"/>
              </a:rPr>
              <a:t>– Season ticket holder for FC Dallas, Followed the USWNT through the World Cup playoff rounds in France (2019)</a:t>
            </a:r>
          </a:p>
          <a:p>
            <a:r>
              <a:rPr lang="en-US" dirty="0">
                <a:latin typeface="Calibri" panose="020F0502020204030204" pitchFamily="34" charset="0"/>
                <a:ea typeface="Calibri" panose="020F0502020204030204" pitchFamily="34" charset="0"/>
                <a:cs typeface="Calibri" panose="020F0502020204030204" pitchFamily="34" charset="0"/>
              </a:rPr>
              <a:t>Former </a:t>
            </a:r>
            <a:r>
              <a:rPr lang="en-US" b="1" dirty="0">
                <a:latin typeface="Calibri" panose="020F0502020204030204" pitchFamily="34" charset="0"/>
                <a:ea typeface="Calibri" panose="020F0502020204030204" pitchFamily="34" charset="0"/>
                <a:cs typeface="Calibri" panose="020F0502020204030204" pitchFamily="34" charset="0"/>
              </a:rPr>
              <a:t>Game Store Owner</a:t>
            </a:r>
          </a:p>
          <a:p>
            <a:r>
              <a:rPr lang="en-US" dirty="0">
                <a:latin typeface="Calibri" panose="020F0502020204030204" pitchFamily="34" charset="0"/>
                <a:ea typeface="Calibri" panose="020F0502020204030204" pitchFamily="34" charset="0"/>
                <a:cs typeface="Calibri" panose="020F0502020204030204" pitchFamily="34" charset="0"/>
              </a:rPr>
              <a:t>Avid </a:t>
            </a:r>
            <a:r>
              <a:rPr lang="en-US" b="1" dirty="0">
                <a:latin typeface="Calibri" panose="020F0502020204030204" pitchFamily="34" charset="0"/>
                <a:ea typeface="Calibri" panose="020F0502020204030204" pitchFamily="34" charset="0"/>
                <a:cs typeface="Calibri" panose="020F0502020204030204" pitchFamily="34" charset="0"/>
              </a:rPr>
              <a:t>Magic the Gathering </a:t>
            </a:r>
            <a:r>
              <a:rPr lang="en-US" dirty="0">
                <a:latin typeface="Calibri" panose="020F0502020204030204" pitchFamily="34" charset="0"/>
                <a:ea typeface="Calibri" panose="020F0502020204030204" pitchFamily="34" charset="0"/>
                <a:cs typeface="Calibri" panose="020F0502020204030204" pitchFamily="34" charset="0"/>
              </a:rPr>
              <a:t>player (Commander)</a:t>
            </a:r>
          </a:p>
          <a:p>
            <a:r>
              <a:rPr lang="en-US" dirty="0">
                <a:latin typeface="Calibri" panose="020F0502020204030204" pitchFamily="34" charset="0"/>
                <a:ea typeface="Calibri" panose="020F0502020204030204" pitchFamily="34" charset="0"/>
                <a:cs typeface="Calibri" panose="020F0502020204030204" pitchFamily="34" charset="0"/>
              </a:rPr>
              <a:t>Former</a:t>
            </a:r>
            <a:r>
              <a:rPr lang="en-US" b="1" dirty="0">
                <a:latin typeface="Calibri" panose="020F0502020204030204" pitchFamily="34" charset="0"/>
                <a:ea typeface="Calibri" panose="020F0502020204030204" pitchFamily="34" charset="0"/>
                <a:cs typeface="Calibri" panose="020F0502020204030204" pitchFamily="34" charset="0"/>
              </a:rPr>
              <a:t> D&amp;D Podcaster </a:t>
            </a:r>
            <a:r>
              <a:rPr lang="en-US" dirty="0">
                <a:latin typeface="Calibri" panose="020F0502020204030204" pitchFamily="34" charset="0"/>
                <a:ea typeface="Calibri" panose="020F0502020204030204" pitchFamily="34" charset="0"/>
                <a:cs typeface="Calibri" panose="020F0502020204030204" pitchFamily="34" charset="0"/>
              </a:rPr>
              <a:t>(Radio Free </a:t>
            </a:r>
            <a:r>
              <a:rPr lang="en-US" dirty="0" err="1">
                <a:latin typeface="Calibri" panose="020F0502020204030204" pitchFamily="34" charset="0"/>
                <a:ea typeface="Calibri" panose="020F0502020204030204" pitchFamily="34" charset="0"/>
                <a:cs typeface="Calibri" panose="020F0502020204030204" pitchFamily="34" charset="0"/>
              </a:rPr>
              <a:t>Hommlet</a:t>
            </a:r>
            <a:r>
              <a:rPr lang="en-US" dirty="0">
                <a:latin typeface="Calibri" panose="020F0502020204030204" pitchFamily="34" charset="0"/>
                <a:ea typeface="Calibri" panose="020F0502020204030204" pitchFamily="34" charset="0"/>
                <a:cs typeface="Calibri" panose="020F0502020204030204" pitchFamily="34" charset="0"/>
              </a:rPr>
              <a:t>)</a:t>
            </a:r>
          </a:p>
          <a:p>
            <a:r>
              <a:rPr lang="en-US" b="1" dirty="0">
                <a:latin typeface="Calibri" panose="020F0502020204030204" pitchFamily="34" charset="0"/>
                <a:ea typeface="Calibri" panose="020F0502020204030204" pitchFamily="34" charset="0"/>
                <a:cs typeface="Calibri" panose="020F0502020204030204" pitchFamily="34" charset="0"/>
              </a:rPr>
              <a:t>Drone Pilot</a:t>
            </a:r>
          </a:p>
          <a:p>
            <a:r>
              <a:rPr lang="en-US" b="1" dirty="0">
                <a:latin typeface="Calibri" panose="020F0502020204030204" pitchFamily="34" charset="0"/>
                <a:ea typeface="Calibri" panose="020F0502020204030204" pitchFamily="34" charset="0"/>
                <a:cs typeface="Calibri" panose="020F0502020204030204" pitchFamily="34" charset="0"/>
              </a:rPr>
              <a:t>Specialization is for Insects.</a:t>
            </a:r>
          </a:p>
        </p:txBody>
      </p:sp>
      <p:pic>
        <p:nvPicPr>
          <p:cNvPr id="9" name="Content Placeholder 9" descr="A picture containing person, person, outdoor, standing&#10;&#10;Description automatically generated">
            <a:extLst>
              <a:ext uri="{FF2B5EF4-FFF2-40B4-BE49-F238E27FC236}">
                <a16:creationId xmlns:a16="http://schemas.microsoft.com/office/drawing/2014/main" id="{8B421111-3E74-15D2-B0D7-5DF537E91BA1}"/>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10532" r="10532"/>
          <a:stretch>
            <a:fillRect/>
          </a:stretch>
        </p:blipFill>
        <p:spPr>
          <a:xfrm>
            <a:off x="119063" y="0"/>
            <a:ext cx="5413375" cy="6858000"/>
          </a:xfrm>
        </p:spPr>
      </p:pic>
    </p:spTree>
    <p:extLst>
      <p:ext uri="{BB962C8B-B14F-4D97-AF65-F5344CB8AC3E}">
        <p14:creationId xmlns:p14="http://schemas.microsoft.com/office/powerpoint/2010/main" val="40312178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E2640FC-A8D7-1747-9648-63C6CC0B29E0}"/>
              </a:ext>
            </a:extLst>
          </p:cNvPr>
          <p:cNvSpPr>
            <a:spLocks noGrp="1"/>
          </p:cNvSpPr>
          <p:nvPr>
            <p:ph type="title"/>
          </p:nvPr>
        </p:nvSpPr>
        <p:spPr/>
        <p:txBody>
          <a:bodyPr>
            <a:normAutofit/>
          </a:bodyPr>
          <a:lstStyle/>
          <a:p>
            <a:r>
              <a:rPr lang="en-US" sz="6600" dirty="0"/>
              <a:t>Where are you?</a:t>
            </a:r>
          </a:p>
        </p:txBody>
      </p:sp>
      <p:graphicFrame>
        <p:nvGraphicFramePr>
          <p:cNvPr id="4" name="Diagram 3">
            <a:extLst>
              <a:ext uri="{FF2B5EF4-FFF2-40B4-BE49-F238E27FC236}">
                <a16:creationId xmlns:a16="http://schemas.microsoft.com/office/drawing/2014/main" id="{5840EB01-98E8-5A5B-FEBD-6F1CD46C20E0}"/>
              </a:ext>
            </a:extLst>
          </p:cNvPr>
          <p:cNvGraphicFramePr/>
          <p:nvPr>
            <p:extLst>
              <p:ext uri="{D42A27DB-BD31-4B8C-83A1-F6EECF244321}">
                <p14:modId xmlns:p14="http://schemas.microsoft.com/office/powerpoint/2010/main" val="3702021942"/>
              </p:ext>
            </p:extLst>
          </p:nvPr>
        </p:nvGraphicFramePr>
        <p:xfrm>
          <a:off x="504749" y="1700784"/>
          <a:ext cx="11141049" cy="48097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496887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B3B4AD-68BB-6920-5E7D-7DF95E821ED6}"/>
              </a:ext>
            </a:extLst>
          </p:cNvPr>
          <p:cNvSpPr>
            <a:spLocks noGrp="1"/>
          </p:cNvSpPr>
          <p:nvPr>
            <p:ph type="title"/>
          </p:nvPr>
        </p:nvSpPr>
        <p:spPr>
          <a:xfrm>
            <a:off x="612648" y="2093976"/>
            <a:ext cx="8229600" cy="4178808"/>
          </a:xfrm>
        </p:spPr>
        <p:txBody>
          <a:bodyPr anchor="b">
            <a:normAutofit/>
          </a:bodyPr>
          <a:lstStyle/>
          <a:p>
            <a:r>
              <a:rPr lang="en-US" dirty="0"/>
              <a:t>Where does AI belong in our Enterprises?</a:t>
            </a:r>
          </a:p>
        </p:txBody>
      </p:sp>
    </p:spTree>
    <p:extLst>
      <p:ext uri="{BB962C8B-B14F-4D97-AF65-F5344CB8AC3E}">
        <p14:creationId xmlns:p14="http://schemas.microsoft.com/office/powerpoint/2010/main" val="51286771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B71BF-1B24-492D-4456-4C52982F3A06}"/>
              </a:ext>
            </a:extLst>
          </p:cNvPr>
          <p:cNvSpPr>
            <a:spLocks noGrp="1"/>
          </p:cNvSpPr>
          <p:nvPr>
            <p:ph type="title"/>
          </p:nvPr>
        </p:nvSpPr>
        <p:spPr>
          <a:xfrm>
            <a:off x="612648" y="502920"/>
            <a:ext cx="4669536" cy="1453896"/>
          </a:xfrm>
        </p:spPr>
        <p:txBody>
          <a:bodyPr anchor="t">
            <a:normAutofit/>
          </a:bodyPr>
          <a:lstStyle/>
          <a:p>
            <a:r>
              <a:rPr lang="en-US" sz="4400" dirty="0"/>
              <a:t>Where does AI Belong?</a:t>
            </a:r>
          </a:p>
        </p:txBody>
      </p:sp>
      <p:pic>
        <p:nvPicPr>
          <p:cNvPr id="5" name="Content Placeholder 4" descr="Abstract  Digital concept which shows network security optimization and internet technology  ">
            <a:extLst>
              <a:ext uri="{FF2B5EF4-FFF2-40B4-BE49-F238E27FC236}">
                <a16:creationId xmlns:a16="http://schemas.microsoft.com/office/drawing/2014/main" id="{637234DD-742F-4295-9EBC-3A2A2893C0E2}"/>
              </a:ext>
            </a:extLst>
          </p:cNvPr>
          <p:cNvPicPr>
            <a:picLocks noGrp="1" noChangeAspect="1"/>
          </p:cNvPicPr>
          <p:nvPr>
            <p:ph type="pic" sz="quarter" idx="15"/>
          </p:nvPr>
        </p:nvPicPr>
        <p:blipFill>
          <a:blip r:embed="rId3"/>
          <a:srcRect r="12979" b="-2"/>
          <a:stretch>
            <a:fillRect/>
          </a:stretch>
        </p:blipFill>
        <p:spPr>
          <a:xfrm>
            <a:off x="612648" y="2293938"/>
            <a:ext cx="4669536" cy="4024566"/>
          </a:xfrm>
          <a:prstGeom prst="rect">
            <a:avLst/>
          </a:prstGeom>
          <a:noFill/>
        </p:spPr>
      </p:pic>
      <p:sp>
        <p:nvSpPr>
          <p:cNvPr id="7" name="Rectangle 6">
            <a:extLst>
              <a:ext uri="{FF2B5EF4-FFF2-40B4-BE49-F238E27FC236}">
                <a16:creationId xmlns:a16="http://schemas.microsoft.com/office/drawing/2014/main" id="{371EB0BA-498B-3BB9-9124-7C1963EA5289}"/>
              </a:ext>
            </a:extLst>
          </p:cNvPr>
          <p:cNvSpPr/>
          <p:nvPr/>
        </p:nvSpPr>
        <p:spPr>
          <a:xfrm>
            <a:off x="5841635"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4DE148F-613C-D46D-1C29-5FC0CBFAA423}"/>
              </a:ext>
            </a:extLst>
          </p:cNvPr>
          <p:cNvSpPr/>
          <p:nvPr/>
        </p:nvSpPr>
        <p:spPr>
          <a:xfrm>
            <a:off x="6440271"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A5B190E-4A80-4BB2-8657-2EBA7F0B3CAA}"/>
              </a:ext>
            </a:extLst>
          </p:cNvPr>
          <p:cNvSpPr/>
          <p:nvPr/>
        </p:nvSpPr>
        <p:spPr>
          <a:xfrm>
            <a:off x="7049871"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85342FC-2EB8-C34C-B363-A13C8E521AF3}"/>
              </a:ext>
            </a:extLst>
          </p:cNvPr>
          <p:cNvSpPr/>
          <p:nvPr/>
        </p:nvSpPr>
        <p:spPr>
          <a:xfrm>
            <a:off x="7637543"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62B1399-4413-3180-8349-4F416C3C4E5E}"/>
              </a:ext>
            </a:extLst>
          </p:cNvPr>
          <p:cNvSpPr/>
          <p:nvPr/>
        </p:nvSpPr>
        <p:spPr>
          <a:xfrm>
            <a:off x="8236179"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2C1B681-BC77-046A-9741-AE6BBE428A08}"/>
              </a:ext>
            </a:extLst>
          </p:cNvPr>
          <p:cNvSpPr/>
          <p:nvPr/>
        </p:nvSpPr>
        <p:spPr>
          <a:xfrm>
            <a:off x="8823851"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2C2F703-F0DE-00CD-0710-D373E8294C76}"/>
              </a:ext>
            </a:extLst>
          </p:cNvPr>
          <p:cNvSpPr/>
          <p:nvPr/>
        </p:nvSpPr>
        <p:spPr>
          <a:xfrm>
            <a:off x="9422487"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71226F0-758D-203B-A13B-60E33CF0F8B7}"/>
              </a:ext>
            </a:extLst>
          </p:cNvPr>
          <p:cNvSpPr/>
          <p:nvPr/>
        </p:nvSpPr>
        <p:spPr>
          <a:xfrm>
            <a:off x="10021123"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045400A-B7A7-D0AA-8FAC-D55743E81D50}"/>
              </a:ext>
            </a:extLst>
          </p:cNvPr>
          <p:cNvSpPr/>
          <p:nvPr/>
        </p:nvSpPr>
        <p:spPr>
          <a:xfrm>
            <a:off x="10619759"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B251A946-641A-D0CF-33F7-0D482E878EBD}"/>
              </a:ext>
            </a:extLst>
          </p:cNvPr>
          <p:cNvSpPr/>
          <p:nvPr/>
        </p:nvSpPr>
        <p:spPr>
          <a:xfrm>
            <a:off x="11221684"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466176"/>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022AA-05BD-D062-41B1-4C11A8DDD1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1F35E7-642F-62DE-C566-394F901D456A}"/>
              </a:ext>
            </a:extLst>
          </p:cNvPr>
          <p:cNvSpPr>
            <a:spLocks noGrp="1"/>
          </p:cNvSpPr>
          <p:nvPr>
            <p:ph type="title"/>
          </p:nvPr>
        </p:nvSpPr>
        <p:spPr>
          <a:xfrm>
            <a:off x="612648" y="502920"/>
            <a:ext cx="4669536" cy="1453896"/>
          </a:xfrm>
        </p:spPr>
        <p:txBody>
          <a:bodyPr anchor="t">
            <a:normAutofit/>
          </a:bodyPr>
          <a:lstStyle/>
          <a:p>
            <a:r>
              <a:rPr lang="en-US" sz="4400" dirty="0"/>
              <a:t>Where does AI Belong?</a:t>
            </a:r>
          </a:p>
        </p:txBody>
      </p:sp>
      <p:pic>
        <p:nvPicPr>
          <p:cNvPr id="5" name="Content Placeholder 4" descr="Abstract  Digital concept which shows network security optimization and internet technology  ">
            <a:extLst>
              <a:ext uri="{FF2B5EF4-FFF2-40B4-BE49-F238E27FC236}">
                <a16:creationId xmlns:a16="http://schemas.microsoft.com/office/drawing/2014/main" id="{A8A0C5F1-40B4-A931-5CCB-4EC3DC1AEDCE}"/>
              </a:ext>
            </a:extLst>
          </p:cNvPr>
          <p:cNvPicPr>
            <a:picLocks noGrp="1" noChangeAspect="1"/>
          </p:cNvPicPr>
          <p:nvPr>
            <p:ph type="pic" sz="quarter" idx="15"/>
          </p:nvPr>
        </p:nvPicPr>
        <p:blipFill>
          <a:blip r:embed="rId3"/>
          <a:srcRect r="12979" b="-2"/>
          <a:stretch>
            <a:fillRect/>
          </a:stretch>
        </p:blipFill>
        <p:spPr>
          <a:xfrm>
            <a:off x="612648" y="2293938"/>
            <a:ext cx="4669536" cy="4024566"/>
          </a:xfrm>
          <a:prstGeom prst="rect">
            <a:avLst/>
          </a:prstGeom>
          <a:noFill/>
        </p:spPr>
      </p:pic>
      <p:sp>
        <p:nvSpPr>
          <p:cNvPr id="7" name="Rectangle 6">
            <a:extLst>
              <a:ext uri="{FF2B5EF4-FFF2-40B4-BE49-F238E27FC236}">
                <a16:creationId xmlns:a16="http://schemas.microsoft.com/office/drawing/2014/main" id="{9FD839CF-04FA-59E7-9960-293BB2130828}"/>
              </a:ext>
            </a:extLst>
          </p:cNvPr>
          <p:cNvSpPr/>
          <p:nvPr/>
        </p:nvSpPr>
        <p:spPr>
          <a:xfrm>
            <a:off x="5841635"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2978340-4180-0B01-6B4D-7DD66EFD4728}"/>
              </a:ext>
            </a:extLst>
          </p:cNvPr>
          <p:cNvSpPr/>
          <p:nvPr/>
        </p:nvSpPr>
        <p:spPr>
          <a:xfrm>
            <a:off x="6440271"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20775BC8-5241-A18E-D439-9FF785F90CED}"/>
              </a:ext>
            </a:extLst>
          </p:cNvPr>
          <p:cNvSpPr/>
          <p:nvPr/>
        </p:nvSpPr>
        <p:spPr>
          <a:xfrm>
            <a:off x="7049871" y="2830364"/>
            <a:ext cx="598636"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47E4549-E15E-A925-DB4E-9D9621895930}"/>
              </a:ext>
            </a:extLst>
          </p:cNvPr>
          <p:cNvSpPr/>
          <p:nvPr/>
        </p:nvSpPr>
        <p:spPr>
          <a:xfrm>
            <a:off x="7637543"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7797862-3CDD-E4BD-CAD3-E9FE99E3DEFB}"/>
              </a:ext>
            </a:extLst>
          </p:cNvPr>
          <p:cNvSpPr/>
          <p:nvPr/>
        </p:nvSpPr>
        <p:spPr>
          <a:xfrm>
            <a:off x="8236179"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DC680F5-2B21-DA0B-9CB3-C2417D4B7A58}"/>
              </a:ext>
            </a:extLst>
          </p:cNvPr>
          <p:cNvSpPr/>
          <p:nvPr/>
        </p:nvSpPr>
        <p:spPr>
          <a:xfrm>
            <a:off x="8823851" y="2830364"/>
            <a:ext cx="598636"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14DC990-7124-8E0F-81F6-72D0315FB6B7}"/>
              </a:ext>
            </a:extLst>
          </p:cNvPr>
          <p:cNvSpPr/>
          <p:nvPr/>
        </p:nvSpPr>
        <p:spPr>
          <a:xfrm>
            <a:off x="9422487"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50FC80E-2975-0BE4-5A84-84B73A49F041}"/>
              </a:ext>
            </a:extLst>
          </p:cNvPr>
          <p:cNvSpPr/>
          <p:nvPr/>
        </p:nvSpPr>
        <p:spPr>
          <a:xfrm>
            <a:off x="10021123"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59F76AF-2478-0559-5B44-48B87011600E}"/>
              </a:ext>
            </a:extLst>
          </p:cNvPr>
          <p:cNvSpPr/>
          <p:nvPr/>
        </p:nvSpPr>
        <p:spPr>
          <a:xfrm>
            <a:off x="10619759" y="2830364"/>
            <a:ext cx="598636"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5E51730-F298-FE5B-717B-2A4CA2C8D2BF}"/>
              </a:ext>
            </a:extLst>
          </p:cNvPr>
          <p:cNvSpPr/>
          <p:nvPr/>
        </p:nvSpPr>
        <p:spPr>
          <a:xfrm>
            <a:off x="11221684"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89086262"/>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2CC73-D778-D542-F0FA-D829FADAC1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E68B5D-0F48-6174-5499-879D6332C734}"/>
              </a:ext>
            </a:extLst>
          </p:cNvPr>
          <p:cNvSpPr>
            <a:spLocks noGrp="1"/>
          </p:cNvSpPr>
          <p:nvPr>
            <p:ph type="title"/>
          </p:nvPr>
        </p:nvSpPr>
        <p:spPr>
          <a:xfrm>
            <a:off x="612648" y="502920"/>
            <a:ext cx="4669536" cy="1453896"/>
          </a:xfrm>
        </p:spPr>
        <p:txBody>
          <a:bodyPr anchor="t">
            <a:normAutofit/>
          </a:bodyPr>
          <a:lstStyle/>
          <a:p>
            <a:r>
              <a:rPr lang="en-US" sz="4400" dirty="0"/>
              <a:t>Where does AI Belong?</a:t>
            </a:r>
          </a:p>
        </p:txBody>
      </p:sp>
      <p:pic>
        <p:nvPicPr>
          <p:cNvPr id="5" name="Content Placeholder 4" descr="Abstract  Digital concept which shows network security optimization and internet technology  ">
            <a:extLst>
              <a:ext uri="{FF2B5EF4-FFF2-40B4-BE49-F238E27FC236}">
                <a16:creationId xmlns:a16="http://schemas.microsoft.com/office/drawing/2014/main" id="{CEF23B39-DC43-2B4C-90AD-A02E09ADDA42}"/>
              </a:ext>
            </a:extLst>
          </p:cNvPr>
          <p:cNvPicPr>
            <a:picLocks noGrp="1" noChangeAspect="1"/>
          </p:cNvPicPr>
          <p:nvPr>
            <p:ph type="pic" sz="quarter" idx="15"/>
          </p:nvPr>
        </p:nvPicPr>
        <p:blipFill>
          <a:blip r:embed="rId3"/>
          <a:srcRect r="12979" b="-2"/>
          <a:stretch>
            <a:fillRect/>
          </a:stretch>
        </p:blipFill>
        <p:spPr>
          <a:xfrm>
            <a:off x="612648" y="2293938"/>
            <a:ext cx="4669536" cy="4024566"/>
          </a:xfrm>
          <a:prstGeom prst="rect">
            <a:avLst/>
          </a:prstGeom>
          <a:noFill/>
        </p:spPr>
      </p:pic>
      <p:sp>
        <p:nvSpPr>
          <p:cNvPr id="7" name="Rectangle 6">
            <a:extLst>
              <a:ext uri="{FF2B5EF4-FFF2-40B4-BE49-F238E27FC236}">
                <a16:creationId xmlns:a16="http://schemas.microsoft.com/office/drawing/2014/main" id="{93B885B2-B354-42DF-BBE2-4AA7DE668B11}"/>
              </a:ext>
            </a:extLst>
          </p:cNvPr>
          <p:cNvSpPr/>
          <p:nvPr/>
        </p:nvSpPr>
        <p:spPr>
          <a:xfrm>
            <a:off x="5841635"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DE02CCEC-4969-28C6-4B0F-321FE6C768D0}"/>
              </a:ext>
            </a:extLst>
          </p:cNvPr>
          <p:cNvSpPr/>
          <p:nvPr/>
        </p:nvSpPr>
        <p:spPr>
          <a:xfrm>
            <a:off x="6440271"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1F08365-C30A-3862-C076-609B7F11C651}"/>
              </a:ext>
            </a:extLst>
          </p:cNvPr>
          <p:cNvSpPr/>
          <p:nvPr/>
        </p:nvSpPr>
        <p:spPr>
          <a:xfrm>
            <a:off x="7049871" y="2833641"/>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97AACCC-9C05-6D0C-F8F7-4B8AF3AC75EF}"/>
              </a:ext>
            </a:extLst>
          </p:cNvPr>
          <p:cNvSpPr/>
          <p:nvPr/>
        </p:nvSpPr>
        <p:spPr>
          <a:xfrm>
            <a:off x="7205561"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ACB5274-1B06-D5F7-D87F-E2F5641A0321}"/>
              </a:ext>
            </a:extLst>
          </p:cNvPr>
          <p:cNvSpPr/>
          <p:nvPr/>
        </p:nvSpPr>
        <p:spPr>
          <a:xfrm>
            <a:off x="7804197"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2593E93-17A6-CAFC-3902-CD51C8E98816}"/>
              </a:ext>
            </a:extLst>
          </p:cNvPr>
          <p:cNvSpPr/>
          <p:nvPr/>
        </p:nvSpPr>
        <p:spPr>
          <a:xfrm>
            <a:off x="8569486"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A68FD9C-1BC0-DA7B-7759-F505077CB949}"/>
              </a:ext>
            </a:extLst>
          </p:cNvPr>
          <p:cNvSpPr/>
          <p:nvPr/>
        </p:nvSpPr>
        <p:spPr>
          <a:xfrm>
            <a:off x="9168122"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40363FF-837F-2936-AD31-47B0D84A7804}"/>
              </a:ext>
            </a:extLst>
          </p:cNvPr>
          <p:cNvSpPr/>
          <p:nvPr/>
        </p:nvSpPr>
        <p:spPr>
          <a:xfrm>
            <a:off x="9924599"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59709DE-5653-2FE0-870E-1C348CBF81C0}"/>
              </a:ext>
            </a:extLst>
          </p:cNvPr>
          <p:cNvSpPr/>
          <p:nvPr/>
        </p:nvSpPr>
        <p:spPr>
          <a:xfrm>
            <a:off x="9768909" y="2833641"/>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B36F2874-359F-E13C-4DA3-2A5DAA474BDC}"/>
              </a:ext>
            </a:extLst>
          </p:cNvPr>
          <p:cNvSpPr/>
          <p:nvPr/>
        </p:nvSpPr>
        <p:spPr>
          <a:xfrm>
            <a:off x="8402833" y="2833641"/>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B669A9C-00CA-C597-B883-91A33B3D6B4B}"/>
              </a:ext>
            </a:extLst>
          </p:cNvPr>
          <p:cNvSpPr/>
          <p:nvPr/>
        </p:nvSpPr>
        <p:spPr>
          <a:xfrm>
            <a:off x="10523234" y="2833641"/>
            <a:ext cx="1297085" cy="598636"/>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B7165BD9-F6D8-2BB0-A370-6439D30907D8}"/>
              </a:ext>
            </a:extLst>
          </p:cNvPr>
          <p:cNvSpPr/>
          <p:nvPr/>
        </p:nvSpPr>
        <p:spPr>
          <a:xfrm>
            <a:off x="5865161" y="3973943"/>
            <a:ext cx="6007287" cy="1323439"/>
          </a:xfrm>
          <a:prstGeom prst="rect">
            <a:avLst/>
          </a:prstGeom>
          <a:noFill/>
        </p:spPr>
        <p:txBody>
          <a:bodyPr wrap="none" lIns="91440" tIns="45720" rIns="91440" bIns="45720">
            <a:spAutoFit/>
          </a:bodyPr>
          <a:lstStyle/>
          <a:p>
            <a:pPr algn="ctr"/>
            <a:r>
              <a:rPr lang="en-US" sz="8000" b="1" cap="none" spc="0" dirty="0">
                <a:ln w="22225">
                  <a:solidFill>
                    <a:schemeClr val="accent2"/>
                  </a:solidFill>
                  <a:prstDash val="solid"/>
                </a:ln>
                <a:solidFill>
                  <a:schemeClr val="accent2">
                    <a:lumMod val="40000"/>
                    <a:lumOff val="60000"/>
                  </a:schemeClr>
                </a:solidFill>
                <a:effectLst/>
              </a:rPr>
              <a:t>Compression</a:t>
            </a:r>
          </a:p>
        </p:txBody>
      </p:sp>
    </p:spTree>
    <p:extLst>
      <p:ext uri="{BB962C8B-B14F-4D97-AF65-F5344CB8AC3E}">
        <p14:creationId xmlns:p14="http://schemas.microsoft.com/office/powerpoint/2010/main" val="569637602"/>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B19481-AA14-F06F-F97E-5FD2DE749A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8172F0-EE68-1DDE-4962-5DEB09B12AE2}"/>
              </a:ext>
            </a:extLst>
          </p:cNvPr>
          <p:cNvSpPr>
            <a:spLocks noGrp="1"/>
          </p:cNvSpPr>
          <p:nvPr>
            <p:ph type="title"/>
          </p:nvPr>
        </p:nvSpPr>
        <p:spPr>
          <a:xfrm>
            <a:off x="612648" y="502920"/>
            <a:ext cx="4669536" cy="1453896"/>
          </a:xfrm>
        </p:spPr>
        <p:txBody>
          <a:bodyPr anchor="t">
            <a:normAutofit/>
          </a:bodyPr>
          <a:lstStyle/>
          <a:p>
            <a:r>
              <a:rPr lang="en-US" sz="4400" dirty="0"/>
              <a:t>Where does AI Belong?</a:t>
            </a:r>
          </a:p>
        </p:txBody>
      </p:sp>
      <p:pic>
        <p:nvPicPr>
          <p:cNvPr id="5" name="Content Placeholder 4" descr="Abstract  Digital concept which shows network security optimization and internet technology  ">
            <a:extLst>
              <a:ext uri="{FF2B5EF4-FFF2-40B4-BE49-F238E27FC236}">
                <a16:creationId xmlns:a16="http://schemas.microsoft.com/office/drawing/2014/main" id="{2C72AED9-4AAA-9BAF-568E-CD35AA99C43B}"/>
              </a:ext>
            </a:extLst>
          </p:cNvPr>
          <p:cNvPicPr>
            <a:picLocks noGrp="1" noChangeAspect="1"/>
          </p:cNvPicPr>
          <p:nvPr>
            <p:ph type="pic" sz="quarter" idx="15"/>
          </p:nvPr>
        </p:nvPicPr>
        <p:blipFill>
          <a:blip r:embed="rId3"/>
          <a:srcRect r="12979" b="-2"/>
          <a:stretch>
            <a:fillRect/>
          </a:stretch>
        </p:blipFill>
        <p:spPr>
          <a:xfrm>
            <a:off x="612648" y="2293938"/>
            <a:ext cx="4669536" cy="4024566"/>
          </a:xfrm>
          <a:prstGeom prst="rect">
            <a:avLst/>
          </a:prstGeom>
          <a:noFill/>
        </p:spPr>
      </p:pic>
      <p:sp>
        <p:nvSpPr>
          <p:cNvPr id="7" name="Rectangle 6">
            <a:extLst>
              <a:ext uri="{FF2B5EF4-FFF2-40B4-BE49-F238E27FC236}">
                <a16:creationId xmlns:a16="http://schemas.microsoft.com/office/drawing/2014/main" id="{8D83395D-6310-201C-4A27-6224D1266D47}"/>
              </a:ext>
            </a:extLst>
          </p:cNvPr>
          <p:cNvSpPr/>
          <p:nvPr/>
        </p:nvSpPr>
        <p:spPr>
          <a:xfrm>
            <a:off x="5841635"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74BAD6F-38AD-6D46-7288-CCC3367E3B70}"/>
              </a:ext>
            </a:extLst>
          </p:cNvPr>
          <p:cNvSpPr/>
          <p:nvPr/>
        </p:nvSpPr>
        <p:spPr>
          <a:xfrm>
            <a:off x="6440271"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3BE81F2-9488-E169-D3F3-BE8C9DB06C7A}"/>
              </a:ext>
            </a:extLst>
          </p:cNvPr>
          <p:cNvSpPr/>
          <p:nvPr/>
        </p:nvSpPr>
        <p:spPr>
          <a:xfrm>
            <a:off x="7049871" y="2833641"/>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0A44684-C993-BAF8-2849-036EACE629CA}"/>
              </a:ext>
            </a:extLst>
          </p:cNvPr>
          <p:cNvSpPr/>
          <p:nvPr/>
        </p:nvSpPr>
        <p:spPr>
          <a:xfrm>
            <a:off x="7205561"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16348CC-AA80-A12C-EA61-E5181DF2AD2A}"/>
              </a:ext>
            </a:extLst>
          </p:cNvPr>
          <p:cNvSpPr/>
          <p:nvPr/>
        </p:nvSpPr>
        <p:spPr>
          <a:xfrm>
            <a:off x="7804197"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D53173E-0A56-EEF1-0C80-A7F57C2D6F13}"/>
              </a:ext>
            </a:extLst>
          </p:cNvPr>
          <p:cNvSpPr/>
          <p:nvPr/>
        </p:nvSpPr>
        <p:spPr>
          <a:xfrm>
            <a:off x="8569486"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637026B-A012-8FF2-C1B2-74CD6BFD2D3E}"/>
              </a:ext>
            </a:extLst>
          </p:cNvPr>
          <p:cNvSpPr/>
          <p:nvPr/>
        </p:nvSpPr>
        <p:spPr>
          <a:xfrm>
            <a:off x="9168122"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9DA3FCDE-7A53-853F-F888-6B68FC814194}"/>
              </a:ext>
            </a:extLst>
          </p:cNvPr>
          <p:cNvSpPr/>
          <p:nvPr/>
        </p:nvSpPr>
        <p:spPr>
          <a:xfrm>
            <a:off x="9924599"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75C97247-5944-B372-B946-D681369F10EF}"/>
              </a:ext>
            </a:extLst>
          </p:cNvPr>
          <p:cNvSpPr/>
          <p:nvPr/>
        </p:nvSpPr>
        <p:spPr>
          <a:xfrm>
            <a:off x="9768909" y="2833641"/>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775A78F-CC44-2D69-616C-76399C317B88}"/>
              </a:ext>
            </a:extLst>
          </p:cNvPr>
          <p:cNvSpPr/>
          <p:nvPr/>
        </p:nvSpPr>
        <p:spPr>
          <a:xfrm>
            <a:off x="8402833" y="2833641"/>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E94D361-53F0-4E25-6828-C212EFB06C60}"/>
              </a:ext>
            </a:extLst>
          </p:cNvPr>
          <p:cNvSpPr/>
          <p:nvPr/>
        </p:nvSpPr>
        <p:spPr>
          <a:xfrm>
            <a:off x="10523234" y="2833641"/>
            <a:ext cx="1297085" cy="598636"/>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3CBA9BC5-E285-9247-C6A7-241785F0FBAC}"/>
              </a:ext>
            </a:extLst>
          </p:cNvPr>
          <p:cNvSpPr/>
          <p:nvPr/>
        </p:nvSpPr>
        <p:spPr>
          <a:xfrm>
            <a:off x="5865161" y="3973943"/>
            <a:ext cx="6007287" cy="1323439"/>
          </a:xfrm>
          <a:prstGeom prst="rect">
            <a:avLst/>
          </a:prstGeom>
          <a:noFill/>
        </p:spPr>
        <p:txBody>
          <a:bodyPr wrap="none" lIns="91440" tIns="45720" rIns="91440" bIns="45720">
            <a:spAutoFit/>
          </a:bodyPr>
          <a:lstStyle/>
          <a:p>
            <a:pPr algn="ctr"/>
            <a:r>
              <a:rPr lang="en-US" sz="8000" b="1" cap="none" spc="0" dirty="0">
                <a:ln w="22225">
                  <a:solidFill>
                    <a:schemeClr val="accent2"/>
                  </a:solidFill>
                  <a:prstDash val="solid"/>
                </a:ln>
                <a:solidFill>
                  <a:schemeClr val="accent2">
                    <a:lumMod val="40000"/>
                    <a:lumOff val="60000"/>
                  </a:schemeClr>
                </a:solidFill>
                <a:effectLst/>
              </a:rPr>
              <a:t>Compression</a:t>
            </a:r>
          </a:p>
        </p:txBody>
      </p:sp>
      <p:sp>
        <p:nvSpPr>
          <p:cNvPr id="12" name="Rectangle 11">
            <a:extLst>
              <a:ext uri="{FF2B5EF4-FFF2-40B4-BE49-F238E27FC236}">
                <a16:creationId xmlns:a16="http://schemas.microsoft.com/office/drawing/2014/main" id="{04575030-ACD0-670A-6731-6B088B12DC5B}"/>
              </a:ext>
            </a:extLst>
          </p:cNvPr>
          <p:cNvSpPr/>
          <p:nvPr/>
        </p:nvSpPr>
        <p:spPr>
          <a:xfrm>
            <a:off x="6956445" y="577650"/>
            <a:ext cx="3560910" cy="1323439"/>
          </a:xfrm>
          <a:prstGeom prst="rect">
            <a:avLst/>
          </a:prstGeom>
          <a:noFill/>
        </p:spPr>
        <p:txBody>
          <a:bodyPr wrap="none" lIns="91440" tIns="45720" rIns="91440" bIns="45720">
            <a:spAutoFit/>
          </a:bodyPr>
          <a:lstStyle/>
          <a:p>
            <a:pPr algn="ctr"/>
            <a:r>
              <a:rPr lang="en-US" sz="8000" b="1" cap="none" spc="0" dirty="0">
                <a:ln w="22225">
                  <a:solidFill>
                    <a:schemeClr val="accent2"/>
                  </a:solidFill>
                  <a:prstDash val="solid"/>
                </a:ln>
                <a:solidFill>
                  <a:schemeClr val="accent2">
                    <a:lumMod val="40000"/>
                    <a:lumOff val="60000"/>
                  </a:schemeClr>
                </a:solidFill>
                <a:effectLst/>
              </a:rPr>
              <a:t>Context</a:t>
            </a:r>
          </a:p>
        </p:txBody>
      </p:sp>
    </p:spTree>
    <p:extLst>
      <p:ext uri="{BB962C8B-B14F-4D97-AF65-F5344CB8AC3E}">
        <p14:creationId xmlns:p14="http://schemas.microsoft.com/office/powerpoint/2010/main" val="2632722915"/>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82830-F01E-94BA-E16A-B36FFA4692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1B248-D08C-724F-D33E-D7F4C428537C}"/>
              </a:ext>
            </a:extLst>
          </p:cNvPr>
          <p:cNvSpPr>
            <a:spLocks noGrp="1"/>
          </p:cNvSpPr>
          <p:nvPr>
            <p:ph type="title"/>
          </p:nvPr>
        </p:nvSpPr>
        <p:spPr>
          <a:xfrm>
            <a:off x="612648" y="502920"/>
            <a:ext cx="4669536" cy="1453896"/>
          </a:xfrm>
        </p:spPr>
        <p:txBody>
          <a:bodyPr anchor="t">
            <a:normAutofit/>
          </a:bodyPr>
          <a:lstStyle/>
          <a:p>
            <a:r>
              <a:rPr lang="en-US" sz="4400" dirty="0"/>
              <a:t>Where does AI Belong?</a:t>
            </a:r>
          </a:p>
        </p:txBody>
      </p:sp>
      <p:pic>
        <p:nvPicPr>
          <p:cNvPr id="5" name="Content Placeholder 4" descr="Abstract  Digital concept which shows network security optimization and internet technology  ">
            <a:extLst>
              <a:ext uri="{FF2B5EF4-FFF2-40B4-BE49-F238E27FC236}">
                <a16:creationId xmlns:a16="http://schemas.microsoft.com/office/drawing/2014/main" id="{EA9ED319-250E-5821-DF7D-2458738CD738}"/>
              </a:ext>
            </a:extLst>
          </p:cNvPr>
          <p:cNvPicPr>
            <a:picLocks noGrp="1" noChangeAspect="1"/>
          </p:cNvPicPr>
          <p:nvPr>
            <p:ph type="pic" sz="quarter" idx="15"/>
          </p:nvPr>
        </p:nvPicPr>
        <p:blipFill>
          <a:blip r:embed="rId3"/>
          <a:srcRect r="12979" b="-2"/>
          <a:stretch>
            <a:fillRect/>
          </a:stretch>
        </p:blipFill>
        <p:spPr>
          <a:xfrm>
            <a:off x="612648" y="2293938"/>
            <a:ext cx="4669536" cy="4024566"/>
          </a:xfrm>
          <a:prstGeom prst="rect">
            <a:avLst/>
          </a:prstGeom>
          <a:noFill/>
        </p:spPr>
      </p:pic>
      <p:sp>
        <p:nvSpPr>
          <p:cNvPr id="7" name="Rectangle 6">
            <a:extLst>
              <a:ext uri="{FF2B5EF4-FFF2-40B4-BE49-F238E27FC236}">
                <a16:creationId xmlns:a16="http://schemas.microsoft.com/office/drawing/2014/main" id="{EA05639E-AC16-4352-44C4-A046ACCBEC69}"/>
              </a:ext>
            </a:extLst>
          </p:cNvPr>
          <p:cNvSpPr/>
          <p:nvPr/>
        </p:nvSpPr>
        <p:spPr>
          <a:xfrm>
            <a:off x="5841635"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4FCF5F1C-544C-1676-343A-4E21CAF49025}"/>
              </a:ext>
            </a:extLst>
          </p:cNvPr>
          <p:cNvSpPr/>
          <p:nvPr/>
        </p:nvSpPr>
        <p:spPr>
          <a:xfrm>
            <a:off x="6609948" y="2833641"/>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E566B7E-05F9-E325-4DE5-94B5163AFCC1}"/>
              </a:ext>
            </a:extLst>
          </p:cNvPr>
          <p:cNvSpPr/>
          <p:nvPr/>
        </p:nvSpPr>
        <p:spPr>
          <a:xfrm>
            <a:off x="6765638"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08A58595-8BD7-F6FC-CF2B-53E78423B663}"/>
              </a:ext>
            </a:extLst>
          </p:cNvPr>
          <p:cNvSpPr/>
          <p:nvPr/>
        </p:nvSpPr>
        <p:spPr>
          <a:xfrm>
            <a:off x="7697581"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2180B80-32FB-70AC-DEE8-702FCD3F2EE7}"/>
              </a:ext>
            </a:extLst>
          </p:cNvPr>
          <p:cNvSpPr/>
          <p:nvPr/>
        </p:nvSpPr>
        <p:spPr>
          <a:xfrm>
            <a:off x="8609749"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15C6174-6D03-1098-2EAE-22E682750AA7}"/>
              </a:ext>
            </a:extLst>
          </p:cNvPr>
          <p:cNvSpPr/>
          <p:nvPr/>
        </p:nvSpPr>
        <p:spPr>
          <a:xfrm>
            <a:off x="8454059" y="2830364"/>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3792BC8D-CA06-7CF4-FE60-551183DF184A}"/>
              </a:ext>
            </a:extLst>
          </p:cNvPr>
          <p:cNvSpPr/>
          <p:nvPr/>
        </p:nvSpPr>
        <p:spPr>
          <a:xfrm>
            <a:off x="7530928" y="2830364"/>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0BE1336-FEEF-F163-4BEB-CF17080EBD21}"/>
              </a:ext>
            </a:extLst>
          </p:cNvPr>
          <p:cNvSpPr/>
          <p:nvPr/>
        </p:nvSpPr>
        <p:spPr>
          <a:xfrm>
            <a:off x="9208386" y="2833641"/>
            <a:ext cx="2611934" cy="598636"/>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907DD57D-CFED-B13A-B8E4-8DB2438E59BF}"/>
              </a:ext>
            </a:extLst>
          </p:cNvPr>
          <p:cNvSpPr/>
          <p:nvPr/>
        </p:nvSpPr>
        <p:spPr>
          <a:xfrm>
            <a:off x="5901451" y="3903790"/>
            <a:ext cx="6007286" cy="2554545"/>
          </a:xfrm>
          <a:prstGeom prst="rect">
            <a:avLst/>
          </a:prstGeom>
          <a:noFill/>
        </p:spPr>
        <p:txBody>
          <a:bodyPr wrap="none" lIns="91440" tIns="45720" rIns="91440" bIns="45720">
            <a:spAutoFit/>
          </a:bodyPr>
          <a:lstStyle/>
          <a:p>
            <a:pPr algn="ctr"/>
            <a:r>
              <a:rPr lang="en-US" sz="8000" b="1" cap="none" spc="0" dirty="0">
                <a:ln w="22225">
                  <a:solidFill>
                    <a:schemeClr val="accent2"/>
                  </a:solidFill>
                  <a:prstDash val="solid"/>
                </a:ln>
                <a:solidFill>
                  <a:schemeClr val="accent2">
                    <a:lumMod val="40000"/>
                    <a:lumOff val="60000"/>
                  </a:schemeClr>
                </a:solidFill>
                <a:effectLst/>
              </a:rPr>
              <a:t>Better</a:t>
            </a:r>
          </a:p>
          <a:p>
            <a:pPr algn="ctr"/>
            <a:r>
              <a:rPr lang="en-US" sz="8000" b="1" dirty="0">
                <a:ln w="22225">
                  <a:solidFill>
                    <a:schemeClr val="accent2"/>
                  </a:solidFill>
                  <a:prstDash val="solid"/>
                </a:ln>
                <a:solidFill>
                  <a:schemeClr val="accent2">
                    <a:lumMod val="40000"/>
                    <a:lumOff val="60000"/>
                  </a:schemeClr>
                </a:solidFill>
              </a:rPr>
              <a:t>Compression</a:t>
            </a:r>
            <a:endParaRPr lang="en-US" sz="8000" b="1" cap="none" spc="0" dirty="0">
              <a:ln w="22225">
                <a:solidFill>
                  <a:schemeClr val="accent2"/>
                </a:solidFill>
                <a:prstDash val="solid"/>
              </a:ln>
              <a:solidFill>
                <a:schemeClr val="accent2">
                  <a:lumMod val="40000"/>
                  <a:lumOff val="60000"/>
                </a:schemeClr>
              </a:solidFill>
              <a:effectLst/>
            </a:endParaRPr>
          </a:p>
        </p:txBody>
      </p:sp>
      <p:sp>
        <p:nvSpPr>
          <p:cNvPr id="12" name="Rectangle 11">
            <a:extLst>
              <a:ext uri="{FF2B5EF4-FFF2-40B4-BE49-F238E27FC236}">
                <a16:creationId xmlns:a16="http://schemas.microsoft.com/office/drawing/2014/main" id="{6DC513F4-E5AE-AED5-8A2A-879D571E154A}"/>
              </a:ext>
            </a:extLst>
          </p:cNvPr>
          <p:cNvSpPr/>
          <p:nvPr/>
        </p:nvSpPr>
        <p:spPr>
          <a:xfrm>
            <a:off x="5544295" y="577650"/>
            <a:ext cx="6385211" cy="1323439"/>
          </a:xfrm>
          <a:prstGeom prst="rect">
            <a:avLst/>
          </a:prstGeom>
          <a:noFill/>
        </p:spPr>
        <p:txBody>
          <a:bodyPr wrap="none" lIns="91440" tIns="45720" rIns="91440" bIns="45720">
            <a:spAutoFit/>
          </a:bodyPr>
          <a:lstStyle/>
          <a:p>
            <a:pPr algn="ctr"/>
            <a:r>
              <a:rPr lang="en-US" sz="8000" b="1" cap="none" spc="0" dirty="0">
                <a:ln w="22225">
                  <a:solidFill>
                    <a:schemeClr val="accent2"/>
                  </a:solidFill>
                  <a:prstDash val="solid"/>
                </a:ln>
                <a:solidFill>
                  <a:schemeClr val="accent2">
                    <a:lumMod val="40000"/>
                    <a:lumOff val="60000"/>
                  </a:schemeClr>
                </a:solidFill>
                <a:effectLst/>
              </a:rPr>
              <a:t>Better Context</a:t>
            </a:r>
          </a:p>
        </p:txBody>
      </p:sp>
      <p:sp>
        <p:nvSpPr>
          <p:cNvPr id="15" name="Rectangle 14">
            <a:extLst>
              <a:ext uri="{FF2B5EF4-FFF2-40B4-BE49-F238E27FC236}">
                <a16:creationId xmlns:a16="http://schemas.microsoft.com/office/drawing/2014/main" id="{29892087-EEDE-7865-BFDE-63391AFF6B0E}"/>
              </a:ext>
            </a:extLst>
          </p:cNvPr>
          <p:cNvSpPr/>
          <p:nvPr/>
        </p:nvSpPr>
        <p:spPr>
          <a:xfrm>
            <a:off x="6440271" y="2833641"/>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AFE27EB-DE1E-EE43-5FA4-178F16780580}"/>
              </a:ext>
            </a:extLst>
          </p:cNvPr>
          <p:cNvSpPr/>
          <p:nvPr/>
        </p:nvSpPr>
        <p:spPr>
          <a:xfrm>
            <a:off x="7364274" y="2830364"/>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2B69063-A1AD-A03D-1D70-1A02A5AE111F}"/>
              </a:ext>
            </a:extLst>
          </p:cNvPr>
          <p:cNvSpPr/>
          <p:nvPr/>
        </p:nvSpPr>
        <p:spPr>
          <a:xfrm>
            <a:off x="8288277" y="2830364"/>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71516021"/>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51EDC426-93AF-19F3-4A1F-3452D68B48A1}"/>
              </a:ext>
            </a:extLst>
          </p:cNvPr>
          <p:cNvGrpSpPr/>
          <p:nvPr/>
        </p:nvGrpSpPr>
        <p:grpSpPr>
          <a:xfrm>
            <a:off x="1078978" y="1027267"/>
            <a:ext cx="358560" cy="5034960"/>
            <a:chOff x="1078978" y="1027267"/>
            <a:chExt cx="358560" cy="5034960"/>
          </a:xfrm>
        </p:grpSpPr>
        <mc:AlternateContent xmlns:mc="http://schemas.openxmlformats.org/markup-compatibility/2006">
          <mc:Choice xmlns:p14="http://schemas.microsoft.com/office/powerpoint/2010/main" Requires="p14">
            <p:contentPart p14:bwMode="auto" r:id="rId2">
              <p14:nvContentPartPr>
                <p14:cNvPr id="6" name="Ink 5">
                  <a:extLst>
                    <a:ext uri="{FF2B5EF4-FFF2-40B4-BE49-F238E27FC236}">
                      <a16:creationId xmlns:a16="http://schemas.microsoft.com/office/drawing/2014/main" id="{A94CBBF9-7C78-8BD5-42FB-FB5EEDD0A8AA}"/>
                    </a:ext>
                  </a:extLst>
                </p14:cNvPr>
                <p14:cNvContentPartPr/>
                <p14:nvPr/>
              </p14:nvContentPartPr>
              <p14:xfrm>
                <a:off x="1188418" y="1345147"/>
                <a:ext cx="104040" cy="4717080"/>
              </p14:xfrm>
            </p:contentPart>
          </mc:Choice>
          <mc:Fallback>
            <p:pic>
              <p:nvPicPr>
                <p:cNvPr id="6" name="Ink 5">
                  <a:extLst>
                    <a:ext uri="{FF2B5EF4-FFF2-40B4-BE49-F238E27FC236}">
                      <a16:creationId xmlns:a16="http://schemas.microsoft.com/office/drawing/2014/main" id="{A94CBBF9-7C78-8BD5-42FB-FB5EEDD0A8AA}"/>
                    </a:ext>
                  </a:extLst>
                </p:cNvPr>
                <p:cNvPicPr/>
                <p:nvPr/>
              </p:nvPicPr>
              <p:blipFill>
                <a:blip r:embed="rId3"/>
                <a:stretch>
                  <a:fillRect/>
                </a:stretch>
              </p:blipFill>
              <p:spPr>
                <a:xfrm>
                  <a:off x="1152418" y="1309507"/>
                  <a:ext cx="175680" cy="478872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7" name="Ink 6">
                  <a:extLst>
                    <a:ext uri="{FF2B5EF4-FFF2-40B4-BE49-F238E27FC236}">
                      <a16:creationId xmlns:a16="http://schemas.microsoft.com/office/drawing/2014/main" id="{21B452A0-253B-2905-95A3-3FA580856159}"/>
                    </a:ext>
                  </a:extLst>
                </p14:cNvPr>
                <p14:cNvContentPartPr/>
                <p14:nvPr/>
              </p14:nvContentPartPr>
              <p14:xfrm>
                <a:off x="1078978" y="1027267"/>
                <a:ext cx="358560" cy="578880"/>
              </p14:xfrm>
            </p:contentPart>
          </mc:Choice>
          <mc:Fallback>
            <p:pic>
              <p:nvPicPr>
                <p:cNvPr id="7" name="Ink 6">
                  <a:extLst>
                    <a:ext uri="{FF2B5EF4-FFF2-40B4-BE49-F238E27FC236}">
                      <a16:creationId xmlns:a16="http://schemas.microsoft.com/office/drawing/2014/main" id="{21B452A0-253B-2905-95A3-3FA580856159}"/>
                    </a:ext>
                  </a:extLst>
                </p:cNvPr>
                <p:cNvPicPr/>
                <p:nvPr/>
              </p:nvPicPr>
              <p:blipFill>
                <a:blip r:embed="rId5"/>
                <a:stretch>
                  <a:fillRect/>
                </a:stretch>
              </p:blipFill>
              <p:spPr>
                <a:xfrm>
                  <a:off x="1043338" y="991267"/>
                  <a:ext cx="430200" cy="650520"/>
                </a:xfrm>
                <a:prstGeom prst="rect">
                  <a:avLst/>
                </a:prstGeom>
              </p:spPr>
            </p:pic>
          </mc:Fallback>
        </mc:AlternateContent>
      </p:grpSp>
      <p:grpSp>
        <p:nvGrpSpPr>
          <p:cNvPr id="19" name="Group 18">
            <a:extLst>
              <a:ext uri="{FF2B5EF4-FFF2-40B4-BE49-F238E27FC236}">
                <a16:creationId xmlns:a16="http://schemas.microsoft.com/office/drawing/2014/main" id="{F5DF04B6-3BA7-625B-584B-0B4BBA08851F}"/>
              </a:ext>
            </a:extLst>
          </p:cNvPr>
          <p:cNvGrpSpPr/>
          <p:nvPr/>
        </p:nvGrpSpPr>
        <p:grpSpPr>
          <a:xfrm>
            <a:off x="272938" y="2246227"/>
            <a:ext cx="637560" cy="2636640"/>
            <a:chOff x="272938" y="2246227"/>
            <a:chExt cx="637560" cy="2636640"/>
          </a:xfrm>
        </p:grpSpPr>
        <mc:AlternateContent xmlns:mc="http://schemas.openxmlformats.org/markup-compatibility/2006">
          <mc:Choice xmlns:p14="http://schemas.microsoft.com/office/powerpoint/2010/main" Requires="p14">
            <p:contentPart p14:bwMode="auto" r:id="rId6">
              <p14:nvContentPartPr>
                <p14:cNvPr id="9" name="Ink 8">
                  <a:extLst>
                    <a:ext uri="{FF2B5EF4-FFF2-40B4-BE49-F238E27FC236}">
                      <a16:creationId xmlns:a16="http://schemas.microsoft.com/office/drawing/2014/main" id="{8BCD31E6-133D-5160-FE9E-0829B74CE6DE}"/>
                    </a:ext>
                  </a:extLst>
                </p14:cNvPr>
                <p14:cNvContentPartPr/>
                <p14:nvPr/>
              </p14:nvContentPartPr>
              <p14:xfrm>
                <a:off x="386698" y="4672267"/>
                <a:ext cx="458280" cy="108000"/>
              </p14:xfrm>
            </p:contentPart>
          </mc:Choice>
          <mc:Fallback>
            <p:pic>
              <p:nvPicPr>
                <p:cNvPr id="9" name="Ink 8">
                  <a:extLst>
                    <a:ext uri="{FF2B5EF4-FFF2-40B4-BE49-F238E27FC236}">
                      <a16:creationId xmlns:a16="http://schemas.microsoft.com/office/drawing/2014/main" id="{8BCD31E6-133D-5160-FE9E-0829B74CE6DE}"/>
                    </a:ext>
                  </a:extLst>
                </p:cNvPr>
                <p:cNvPicPr/>
                <p:nvPr/>
              </p:nvPicPr>
              <p:blipFill>
                <a:blip r:embed="rId7"/>
                <a:stretch>
                  <a:fillRect/>
                </a:stretch>
              </p:blipFill>
              <p:spPr>
                <a:xfrm>
                  <a:off x="351058" y="4636267"/>
                  <a:ext cx="529920" cy="17964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10" name="Ink 9">
                  <a:extLst>
                    <a:ext uri="{FF2B5EF4-FFF2-40B4-BE49-F238E27FC236}">
                      <a16:creationId xmlns:a16="http://schemas.microsoft.com/office/drawing/2014/main" id="{F0AFD69B-6295-4332-D80E-39B181DCDB88}"/>
                    </a:ext>
                  </a:extLst>
                </p14:cNvPr>
                <p14:cNvContentPartPr/>
                <p14:nvPr/>
              </p14:nvContentPartPr>
              <p14:xfrm>
                <a:off x="307498" y="4357267"/>
                <a:ext cx="597960" cy="525600"/>
              </p14:xfrm>
            </p:contentPart>
          </mc:Choice>
          <mc:Fallback>
            <p:pic>
              <p:nvPicPr>
                <p:cNvPr id="10" name="Ink 9">
                  <a:extLst>
                    <a:ext uri="{FF2B5EF4-FFF2-40B4-BE49-F238E27FC236}">
                      <a16:creationId xmlns:a16="http://schemas.microsoft.com/office/drawing/2014/main" id="{F0AFD69B-6295-4332-D80E-39B181DCDB88}"/>
                    </a:ext>
                  </a:extLst>
                </p:cNvPr>
                <p:cNvPicPr/>
                <p:nvPr/>
              </p:nvPicPr>
              <p:blipFill>
                <a:blip r:embed="rId9"/>
                <a:stretch>
                  <a:fillRect/>
                </a:stretch>
              </p:blipFill>
              <p:spPr>
                <a:xfrm>
                  <a:off x="271498" y="4321267"/>
                  <a:ext cx="669600" cy="59724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11" name="Ink 10">
                  <a:extLst>
                    <a:ext uri="{FF2B5EF4-FFF2-40B4-BE49-F238E27FC236}">
                      <a16:creationId xmlns:a16="http://schemas.microsoft.com/office/drawing/2014/main" id="{6559A98B-ECBA-008C-4966-85F94F17780C}"/>
                    </a:ext>
                  </a:extLst>
                </p14:cNvPr>
                <p14:cNvContentPartPr/>
                <p14:nvPr/>
              </p14:nvContentPartPr>
              <p14:xfrm>
                <a:off x="554458" y="4093387"/>
                <a:ext cx="317880" cy="295560"/>
              </p14:xfrm>
            </p:contentPart>
          </mc:Choice>
          <mc:Fallback>
            <p:pic>
              <p:nvPicPr>
                <p:cNvPr id="11" name="Ink 10">
                  <a:extLst>
                    <a:ext uri="{FF2B5EF4-FFF2-40B4-BE49-F238E27FC236}">
                      <a16:creationId xmlns:a16="http://schemas.microsoft.com/office/drawing/2014/main" id="{6559A98B-ECBA-008C-4966-85F94F17780C}"/>
                    </a:ext>
                  </a:extLst>
                </p:cNvPr>
                <p:cNvPicPr/>
                <p:nvPr/>
              </p:nvPicPr>
              <p:blipFill>
                <a:blip r:embed="rId11"/>
                <a:stretch>
                  <a:fillRect/>
                </a:stretch>
              </p:blipFill>
              <p:spPr>
                <a:xfrm>
                  <a:off x="518458" y="4057747"/>
                  <a:ext cx="389520" cy="36720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12" name="Ink 11">
                  <a:extLst>
                    <a:ext uri="{FF2B5EF4-FFF2-40B4-BE49-F238E27FC236}">
                      <a16:creationId xmlns:a16="http://schemas.microsoft.com/office/drawing/2014/main" id="{5748925E-5CA6-FF89-5A05-11EE30714563}"/>
                    </a:ext>
                  </a:extLst>
                </p14:cNvPr>
                <p14:cNvContentPartPr/>
                <p14:nvPr/>
              </p14:nvContentPartPr>
              <p14:xfrm>
                <a:off x="585418" y="3851827"/>
                <a:ext cx="251280" cy="254160"/>
              </p14:xfrm>
            </p:contentPart>
          </mc:Choice>
          <mc:Fallback>
            <p:pic>
              <p:nvPicPr>
                <p:cNvPr id="12" name="Ink 11">
                  <a:extLst>
                    <a:ext uri="{FF2B5EF4-FFF2-40B4-BE49-F238E27FC236}">
                      <a16:creationId xmlns:a16="http://schemas.microsoft.com/office/drawing/2014/main" id="{5748925E-5CA6-FF89-5A05-11EE30714563}"/>
                    </a:ext>
                  </a:extLst>
                </p:cNvPr>
                <p:cNvPicPr/>
                <p:nvPr/>
              </p:nvPicPr>
              <p:blipFill>
                <a:blip r:embed="rId13"/>
                <a:stretch>
                  <a:fillRect/>
                </a:stretch>
              </p:blipFill>
              <p:spPr>
                <a:xfrm>
                  <a:off x="549418" y="3815827"/>
                  <a:ext cx="322920" cy="32580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3" name="Ink 12">
                  <a:extLst>
                    <a:ext uri="{FF2B5EF4-FFF2-40B4-BE49-F238E27FC236}">
                      <a16:creationId xmlns:a16="http://schemas.microsoft.com/office/drawing/2014/main" id="{1AC5A578-1099-9DC4-9A8B-AE89BD383DBE}"/>
                    </a:ext>
                  </a:extLst>
                </p14:cNvPr>
                <p14:cNvContentPartPr/>
                <p14:nvPr/>
              </p14:nvContentPartPr>
              <p14:xfrm>
                <a:off x="556258" y="3481747"/>
                <a:ext cx="265680" cy="284760"/>
              </p14:xfrm>
            </p:contentPart>
          </mc:Choice>
          <mc:Fallback>
            <p:pic>
              <p:nvPicPr>
                <p:cNvPr id="13" name="Ink 12">
                  <a:extLst>
                    <a:ext uri="{FF2B5EF4-FFF2-40B4-BE49-F238E27FC236}">
                      <a16:creationId xmlns:a16="http://schemas.microsoft.com/office/drawing/2014/main" id="{1AC5A578-1099-9DC4-9A8B-AE89BD383DBE}"/>
                    </a:ext>
                  </a:extLst>
                </p:cNvPr>
                <p:cNvPicPr/>
                <p:nvPr/>
              </p:nvPicPr>
              <p:blipFill>
                <a:blip r:embed="rId15"/>
                <a:stretch>
                  <a:fillRect/>
                </a:stretch>
              </p:blipFill>
              <p:spPr>
                <a:xfrm>
                  <a:off x="520258" y="3445747"/>
                  <a:ext cx="337320" cy="35640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4" name="Ink 13">
                  <a:extLst>
                    <a:ext uri="{FF2B5EF4-FFF2-40B4-BE49-F238E27FC236}">
                      <a16:creationId xmlns:a16="http://schemas.microsoft.com/office/drawing/2014/main" id="{42F281CD-4CCF-B427-E689-77E87C900917}"/>
                    </a:ext>
                  </a:extLst>
                </p14:cNvPr>
                <p14:cNvContentPartPr/>
                <p14:nvPr/>
              </p14:nvContentPartPr>
              <p14:xfrm>
                <a:off x="315778" y="3051187"/>
                <a:ext cx="521640" cy="228600"/>
              </p14:xfrm>
            </p:contentPart>
          </mc:Choice>
          <mc:Fallback>
            <p:pic>
              <p:nvPicPr>
                <p:cNvPr id="14" name="Ink 13">
                  <a:extLst>
                    <a:ext uri="{FF2B5EF4-FFF2-40B4-BE49-F238E27FC236}">
                      <a16:creationId xmlns:a16="http://schemas.microsoft.com/office/drawing/2014/main" id="{42F281CD-4CCF-B427-E689-77E87C900917}"/>
                    </a:ext>
                  </a:extLst>
                </p:cNvPr>
                <p:cNvPicPr/>
                <p:nvPr/>
              </p:nvPicPr>
              <p:blipFill>
                <a:blip r:embed="rId17"/>
                <a:stretch>
                  <a:fillRect/>
                </a:stretch>
              </p:blipFill>
              <p:spPr>
                <a:xfrm>
                  <a:off x="279778" y="3015547"/>
                  <a:ext cx="593280" cy="30024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5" name="Ink 14">
                  <a:extLst>
                    <a:ext uri="{FF2B5EF4-FFF2-40B4-BE49-F238E27FC236}">
                      <a16:creationId xmlns:a16="http://schemas.microsoft.com/office/drawing/2014/main" id="{C15B8993-BF63-8E44-043D-4B9AA69A5194}"/>
                    </a:ext>
                  </a:extLst>
                </p14:cNvPr>
                <p14:cNvContentPartPr/>
                <p14:nvPr/>
              </p14:nvContentPartPr>
              <p14:xfrm>
                <a:off x="272938" y="2598307"/>
                <a:ext cx="592920" cy="252720"/>
              </p14:xfrm>
            </p:contentPart>
          </mc:Choice>
          <mc:Fallback>
            <p:pic>
              <p:nvPicPr>
                <p:cNvPr id="15" name="Ink 14">
                  <a:extLst>
                    <a:ext uri="{FF2B5EF4-FFF2-40B4-BE49-F238E27FC236}">
                      <a16:creationId xmlns:a16="http://schemas.microsoft.com/office/drawing/2014/main" id="{C15B8993-BF63-8E44-043D-4B9AA69A5194}"/>
                    </a:ext>
                  </a:extLst>
                </p:cNvPr>
                <p:cNvPicPr/>
                <p:nvPr/>
              </p:nvPicPr>
              <p:blipFill>
                <a:blip r:embed="rId19"/>
                <a:stretch>
                  <a:fillRect/>
                </a:stretch>
              </p:blipFill>
              <p:spPr>
                <a:xfrm>
                  <a:off x="237298" y="2562307"/>
                  <a:ext cx="664560" cy="32436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6" name="Ink 15">
                  <a:extLst>
                    <a:ext uri="{FF2B5EF4-FFF2-40B4-BE49-F238E27FC236}">
                      <a16:creationId xmlns:a16="http://schemas.microsoft.com/office/drawing/2014/main" id="{AD64F3D8-541A-B987-5808-D7BDFD8E0ECF}"/>
                    </a:ext>
                  </a:extLst>
                </p14:cNvPr>
                <p14:cNvContentPartPr/>
                <p14:nvPr/>
              </p14:nvContentPartPr>
              <p14:xfrm>
                <a:off x="585778" y="2613427"/>
                <a:ext cx="36720" cy="299520"/>
              </p14:xfrm>
            </p:contentPart>
          </mc:Choice>
          <mc:Fallback>
            <p:pic>
              <p:nvPicPr>
                <p:cNvPr id="16" name="Ink 15">
                  <a:extLst>
                    <a:ext uri="{FF2B5EF4-FFF2-40B4-BE49-F238E27FC236}">
                      <a16:creationId xmlns:a16="http://schemas.microsoft.com/office/drawing/2014/main" id="{AD64F3D8-541A-B987-5808-D7BDFD8E0ECF}"/>
                    </a:ext>
                  </a:extLst>
                </p:cNvPr>
                <p:cNvPicPr/>
                <p:nvPr/>
              </p:nvPicPr>
              <p:blipFill>
                <a:blip r:embed="rId21"/>
                <a:stretch>
                  <a:fillRect/>
                </a:stretch>
              </p:blipFill>
              <p:spPr>
                <a:xfrm>
                  <a:off x="549778" y="2577427"/>
                  <a:ext cx="108360" cy="37116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7" name="Ink 16">
                  <a:extLst>
                    <a:ext uri="{FF2B5EF4-FFF2-40B4-BE49-F238E27FC236}">
                      <a16:creationId xmlns:a16="http://schemas.microsoft.com/office/drawing/2014/main" id="{9C997DBB-9262-BE57-0A8D-3D0BB353D7E9}"/>
                    </a:ext>
                  </a:extLst>
                </p14:cNvPr>
                <p14:cNvContentPartPr/>
                <p14:nvPr/>
              </p14:nvContentPartPr>
              <p14:xfrm>
                <a:off x="543658" y="2246227"/>
                <a:ext cx="366840" cy="288360"/>
              </p14:xfrm>
            </p:contentPart>
          </mc:Choice>
          <mc:Fallback>
            <p:pic>
              <p:nvPicPr>
                <p:cNvPr id="17" name="Ink 16">
                  <a:extLst>
                    <a:ext uri="{FF2B5EF4-FFF2-40B4-BE49-F238E27FC236}">
                      <a16:creationId xmlns:a16="http://schemas.microsoft.com/office/drawing/2014/main" id="{9C997DBB-9262-BE57-0A8D-3D0BB353D7E9}"/>
                    </a:ext>
                  </a:extLst>
                </p:cNvPr>
                <p:cNvPicPr/>
                <p:nvPr/>
              </p:nvPicPr>
              <p:blipFill>
                <a:blip r:embed="rId23"/>
                <a:stretch>
                  <a:fillRect/>
                </a:stretch>
              </p:blipFill>
              <p:spPr>
                <a:xfrm>
                  <a:off x="508018" y="2210587"/>
                  <a:ext cx="438480" cy="360000"/>
                </a:xfrm>
                <a:prstGeom prst="rect">
                  <a:avLst/>
                </a:prstGeom>
              </p:spPr>
            </p:pic>
          </mc:Fallback>
        </mc:AlternateContent>
      </p:grpSp>
      <p:grpSp>
        <p:nvGrpSpPr>
          <p:cNvPr id="22" name="Group 21">
            <a:extLst>
              <a:ext uri="{FF2B5EF4-FFF2-40B4-BE49-F238E27FC236}">
                <a16:creationId xmlns:a16="http://schemas.microsoft.com/office/drawing/2014/main" id="{E87C1D37-CF07-0D6A-6ED3-0EEC5CB5D3D4}"/>
              </a:ext>
            </a:extLst>
          </p:cNvPr>
          <p:cNvGrpSpPr/>
          <p:nvPr/>
        </p:nvGrpSpPr>
        <p:grpSpPr>
          <a:xfrm>
            <a:off x="936778" y="5254387"/>
            <a:ext cx="9196920" cy="440640"/>
            <a:chOff x="936778" y="5254387"/>
            <a:chExt cx="9196920" cy="440640"/>
          </a:xfrm>
        </p:grpSpPr>
        <mc:AlternateContent xmlns:mc="http://schemas.openxmlformats.org/markup-compatibility/2006">
          <mc:Choice xmlns:p14="http://schemas.microsoft.com/office/powerpoint/2010/main" Requires="p14">
            <p:contentPart p14:bwMode="auto" r:id="rId24">
              <p14:nvContentPartPr>
                <p14:cNvPr id="20" name="Ink 19">
                  <a:extLst>
                    <a:ext uri="{FF2B5EF4-FFF2-40B4-BE49-F238E27FC236}">
                      <a16:creationId xmlns:a16="http://schemas.microsoft.com/office/drawing/2014/main" id="{B6469264-8288-5D14-259A-C533370AB930}"/>
                    </a:ext>
                  </a:extLst>
                </p14:cNvPr>
                <p14:cNvContentPartPr/>
                <p14:nvPr/>
              </p14:nvContentPartPr>
              <p14:xfrm>
                <a:off x="936778" y="5407027"/>
                <a:ext cx="8641080" cy="288000"/>
              </p14:xfrm>
            </p:contentPart>
          </mc:Choice>
          <mc:Fallback>
            <p:pic>
              <p:nvPicPr>
                <p:cNvPr id="20" name="Ink 19">
                  <a:extLst>
                    <a:ext uri="{FF2B5EF4-FFF2-40B4-BE49-F238E27FC236}">
                      <a16:creationId xmlns:a16="http://schemas.microsoft.com/office/drawing/2014/main" id="{B6469264-8288-5D14-259A-C533370AB930}"/>
                    </a:ext>
                  </a:extLst>
                </p:cNvPr>
                <p:cNvPicPr/>
                <p:nvPr/>
              </p:nvPicPr>
              <p:blipFill>
                <a:blip r:embed="rId25"/>
                <a:stretch>
                  <a:fillRect/>
                </a:stretch>
              </p:blipFill>
              <p:spPr>
                <a:xfrm>
                  <a:off x="900778" y="5371027"/>
                  <a:ext cx="8712720" cy="35964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21" name="Ink 20">
                  <a:extLst>
                    <a:ext uri="{FF2B5EF4-FFF2-40B4-BE49-F238E27FC236}">
                      <a16:creationId xmlns:a16="http://schemas.microsoft.com/office/drawing/2014/main" id="{F6194FD4-0346-F7A6-C7A3-E01309E194CE}"/>
                    </a:ext>
                  </a:extLst>
                </p14:cNvPr>
                <p14:cNvContentPartPr/>
                <p14:nvPr/>
              </p14:nvContentPartPr>
              <p14:xfrm>
                <a:off x="9399298" y="5254387"/>
                <a:ext cx="734400" cy="383400"/>
              </p14:xfrm>
            </p:contentPart>
          </mc:Choice>
          <mc:Fallback>
            <p:pic>
              <p:nvPicPr>
                <p:cNvPr id="21" name="Ink 20">
                  <a:extLst>
                    <a:ext uri="{FF2B5EF4-FFF2-40B4-BE49-F238E27FC236}">
                      <a16:creationId xmlns:a16="http://schemas.microsoft.com/office/drawing/2014/main" id="{F6194FD4-0346-F7A6-C7A3-E01309E194CE}"/>
                    </a:ext>
                  </a:extLst>
                </p:cNvPr>
                <p:cNvPicPr/>
                <p:nvPr/>
              </p:nvPicPr>
              <p:blipFill>
                <a:blip r:embed="rId27"/>
                <a:stretch>
                  <a:fillRect/>
                </a:stretch>
              </p:blipFill>
              <p:spPr>
                <a:xfrm>
                  <a:off x="9363298" y="5218387"/>
                  <a:ext cx="806040" cy="455040"/>
                </a:xfrm>
                <a:prstGeom prst="rect">
                  <a:avLst/>
                </a:prstGeom>
              </p:spPr>
            </p:pic>
          </mc:Fallback>
        </mc:AlternateContent>
      </p:grpSp>
      <p:grpSp>
        <p:nvGrpSpPr>
          <p:cNvPr id="40" name="Group 39">
            <a:extLst>
              <a:ext uri="{FF2B5EF4-FFF2-40B4-BE49-F238E27FC236}">
                <a16:creationId xmlns:a16="http://schemas.microsoft.com/office/drawing/2014/main" id="{E7C94735-04BB-05D2-4D3C-EE3634C6A6FB}"/>
              </a:ext>
            </a:extLst>
          </p:cNvPr>
          <p:cNvGrpSpPr/>
          <p:nvPr/>
        </p:nvGrpSpPr>
        <p:grpSpPr>
          <a:xfrm>
            <a:off x="3260578" y="5754067"/>
            <a:ext cx="4728240" cy="789480"/>
            <a:chOff x="3260578" y="5754067"/>
            <a:chExt cx="4728240" cy="789480"/>
          </a:xfrm>
        </p:grpSpPr>
        <mc:AlternateContent xmlns:mc="http://schemas.openxmlformats.org/markup-compatibility/2006">
          <mc:Choice xmlns:p14="http://schemas.microsoft.com/office/powerpoint/2010/main" Requires="p14">
            <p:contentPart p14:bwMode="auto" r:id="rId28">
              <p14:nvContentPartPr>
                <p14:cNvPr id="23" name="Ink 22">
                  <a:extLst>
                    <a:ext uri="{FF2B5EF4-FFF2-40B4-BE49-F238E27FC236}">
                      <a16:creationId xmlns:a16="http://schemas.microsoft.com/office/drawing/2014/main" id="{21708F00-3E4B-72B6-542B-92454D38CF0B}"/>
                    </a:ext>
                  </a:extLst>
                </p14:cNvPr>
                <p14:cNvContentPartPr/>
                <p14:nvPr/>
              </p14:nvContentPartPr>
              <p14:xfrm>
                <a:off x="3260578" y="5921467"/>
                <a:ext cx="558000" cy="577440"/>
              </p14:xfrm>
            </p:contentPart>
          </mc:Choice>
          <mc:Fallback>
            <p:pic>
              <p:nvPicPr>
                <p:cNvPr id="23" name="Ink 22">
                  <a:extLst>
                    <a:ext uri="{FF2B5EF4-FFF2-40B4-BE49-F238E27FC236}">
                      <a16:creationId xmlns:a16="http://schemas.microsoft.com/office/drawing/2014/main" id="{21708F00-3E4B-72B6-542B-92454D38CF0B}"/>
                    </a:ext>
                  </a:extLst>
                </p:cNvPr>
                <p:cNvPicPr/>
                <p:nvPr/>
              </p:nvPicPr>
              <p:blipFill>
                <a:blip r:embed="rId29"/>
                <a:stretch>
                  <a:fillRect/>
                </a:stretch>
              </p:blipFill>
              <p:spPr>
                <a:xfrm>
                  <a:off x="3224578" y="5885827"/>
                  <a:ext cx="629640" cy="64908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24" name="Ink 23">
                  <a:extLst>
                    <a:ext uri="{FF2B5EF4-FFF2-40B4-BE49-F238E27FC236}">
                      <a16:creationId xmlns:a16="http://schemas.microsoft.com/office/drawing/2014/main" id="{BF205125-F453-7AAA-1222-7B803469475E}"/>
                    </a:ext>
                  </a:extLst>
                </p14:cNvPr>
                <p14:cNvContentPartPr/>
                <p14:nvPr/>
              </p14:nvContentPartPr>
              <p14:xfrm>
                <a:off x="3857098" y="6239707"/>
                <a:ext cx="263160" cy="205200"/>
              </p14:xfrm>
            </p:contentPart>
          </mc:Choice>
          <mc:Fallback>
            <p:pic>
              <p:nvPicPr>
                <p:cNvPr id="24" name="Ink 23">
                  <a:extLst>
                    <a:ext uri="{FF2B5EF4-FFF2-40B4-BE49-F238E27FC236}">
                      <a16:creationId xmlns:a16="http://schemas.microsoft.com/office/drawing/2014/main" id="{BF205125-F453-7AAA-1222-7B803469475E}"/>
                    </a:ext>
                  </a:extLst>
                </p:cNvPr>
                <p:cNvPicPr/>
                <p:nvPr/>
              </p:nvPicPr>
              <p:blipFill>
                <a:blip r:embed="rId31"/>
                <a:stretch>
                  <a:fillRect/>
                </a:stretch>
              </p:blipFill>
              <p:spPr>
                <a:xfrm>
                  <a:off x="3821098" y="6203707"/>
                  <a:ext cx="334800" cy="27684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25" name="Ink 24">
                  <a:extLst>
                    <a:ext uri="{FF2B5EF4-FFF2-40B4-BE49-F238E27FC236}">
                      <a16:creationId xmlns:a16="http://schemas.microsoft.com/office/drawing/2014/main" id="{762ACC44-89EA-AC0E-884D-C4A0C10279F4}"/>
                    </a:ext>
                  </a:extLst>
                </p14:cNvPr>
                <p14:cNvContentPartPr/>
                <p14:nvPr/>
              </p14:nvContentPartPr>
              <p14:xfrm>
                <a:off x="4193698" y="6196507"/>
                <a:ext cx="229680" cy="264600"/>
              </p14:xfrm>
            </p:contentPart>
          </mc:Choice>
          <mc:Fallback>
            <p:pic>
              <p:nvPicPr>
                <p:cNvPr id="25" name="Ink 24">
                  <a:extLst>
                    <a:ext uri="{FF2B5EF4-FFF2-40B4-BE49-F238E27FC236}">
                      <a16:creationId xmlns:a16="http://schemas.microsoft.com/office/drawing/2014/main" id="{762ACC44-89EA-AC0E-884D-C4A0C10279F4}"/>
                    </a:ext>
                  </a:extLst>
                </p:cNvPr>
                <p:cNvPicPr/>
                <p:nvPr/>
              </p:nvPicPr>
              <p:blipFill>
                <a:blip r:embed="rId33"/>
                <a:stretch>
                  <a:fillRect/>
                </a:stretch>
              </p:blipFill>
              <p:spPr>
                <a:xfrm>
                  <a:off x="4158058" y="6160507"/>
                  <a:ext cx="301320" cy="33624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26" name="Ink 25">
                  <a:extLst>
                    <a:ext uri="{FF2B5EF4-FFF2-40B4-BE49-F238E27FC236}">
                      <a16:creationId xmlns:a16="http://schemas.microsoft.com/office/drawing/2014/main" id="{914E4AAC-9A65-28BD-DE0A-D54454180F95}"/>
                    </a:ext>
                  </a:extLst>
                </p14:cNvPr>
                <p14:cNvContentPartPr/>
                <p14:nvPr/>
              </p14:nvContentPartPr>
              <p14:xfrm>
                <a:off x="4593298" y="5754067"/>
                <a:ext cx="59400" cy="731880"/>
              </p14:xfrm>
            </p:contentPart>
          </mc:Choice>
          <mc:Fallback>
            <p:pic>
              <p:nvPicPr>
                <p:cNvPr id="26" name="Ink 25">
                  <a:extLst>
                    <a:ext uri="{FF2B5EF4-FFF2-40B4-BE49-F238E27FC236}">
                      <a16:creationId xmlns:a16="http://schemas.microsoft.com/office/drawing/2014/main" id="{914E4AAC-9A65-28BD-DE0A-D54454180F95}"/>
                    </a:ext>
                  </a:extLst>
                </p:cNvPr>
                <p:cNvPicPr/>
                <p:nvPr/>
              </p:nvPicPr>
              <p:blipFill>
                <a:blip r:embed="rId35"/>
                <a:stretch>
                  <a:fillRect/>
                </a:stretch>
              </p:blipFill>
              <p:spPr>
                <a:xfrm>
                  <a:off x="4557658" y="5718067"/>
                  <a:ext cx="131040" cy="80352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7" name="Ink 26">
                  <a:extLst>
                    <a:ext uri="{FF2B5EF4-FFF2-40B4-BE49-F238E27FC236}">
                      <a16:creationId xmlns:a16="http://schemas.microsoft.com/office/drawing/2014/main" id="{D87CA846-768C-7BEB-0B27-C342443DC0A8}"/>
                    </a:ext>
                  </a:extLst>
                </p14:cNvPr>
                <p14:cNvContentPartPr/>
                <p14:nvPr/>
              </p14:nvContentPartPr>
              <p14:xfrm>
                <a:off x="4530298" y="6118027"/>
                <a:ext cx="307440" cy="38160"/>
              </p14:xfrm>
            </p:contentPart>
          </mc:Choice>
          <mc:Fallback>
            <p:pic>
              <p:nvPicPr>
                <p:cNvPr id="27" name="Ink 26">
                  <a:extLst>
                    <a:ext uri="{FF2B5EF4-FFF2-40B4-BE49-F238E27FC236}">
                      <a16:creationId xmlns:a16="http://schemas.microsoft.com/office/drawing/2014/main" id="{D87CA846-768C-7BEB-0B27-C342443DC0A8}"/>
                    </a:ext>
                  </a:extLst>
                </p:cNvPr>
                <p:cNvPicPr/>
                <p:nvPr/>
              </p:nvPicPr>
              <p:blipFill>
                <a:blip r:embed="rId37"/>
                <a:stretch>
                  <a:fillRect/>
                </a:stretch>
              </p:blipFill>
              <p:spPr>
                <a:xfrm>
                  <a:off x="4494658" y="6082027"/>
                  <a:ext cx="379080" cy="10980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8" name="Ink 27">
                  <a:extLst>
                    <a:ext uri="{FF2B5EF4-FFF2-40B4-BE49-F238E27FC236}">
                      <a16:creationId xmlns:a16="http://schemas.microsoft.com/office/drawing/2014/main" id="{F5846FAC-F6C5-5750-02C7-1E8F2AB2DFEF}"/>
                    </a:ext>
                  </a:extLst>
                </p14:cNvPr>
                <p14:cNvContentPartPr/>
                <p14:nvPr/>
              </p14:nvContentPartPr>
              <p14:xfrm>
                <a:off x="4880578" y="6132067"/>
                <a:ext cx="273240" cy="290880"/>
              </p14:xfrm>
            </p:contentPart>
          </mc:Choice>
          <mc:Fallback>
            <p:pic>
              <p:nvPicPr>
                <p:cNvPr id="28" name="Ink 27">
                  <a:extLst>
                    <a:ext uri="{FF2B5EF4-FFF2-40B4-BE49-F238E27FC236}">
                      <a16:creationId xmlns:a16="http://schemas.microsoft.com/office/drawing/2014/main" id="{F5846FAC-F6C5-5750-02C7-1E8F2AB2DFEF}"/>
                    </a:ext>
                  </a:extLst>
                </p:cNvPr>
                <p:cNvPicPr/>
                <p:nvPr/>
              </p:nvPicPr>
              <p:blipFill>
                <a:blip r:embed="rId39"/>
                <a:stretch>
                  <a:fillRect/>
                </a:stretch>
              </p:blipFill>
              <p:spPr>
                <a:xfrm>
                  <a:off x="4844578" y="6096427"/>
                  <a:ext cx="344880" cy="36252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9" name="Ink 28">
                  <a:extLst>
                    <a:ext uri="{FF2B5EF4-FFF2-40B4-BE49-F238E27FC236}">
                      <a16:creationId xmlns:a16="http://schemas.microsoft.com/office/drawing/2014/main" id="{6440C69F-A229-464F-A366-BEE9C9B6F977}"/>
                    </a:ext>
                  </a:extLst>
                </p14:cNvPr>
                <p14:cNvContentPartPr/>
                <p14:nvPr/>
              </p14:nvContentPartPr>
              <p14:xfrm>
                <a:off x="5167138" y="6146827"/>
                <a:ext cx="400680" cy="396720"/>
              </p14:xfrm>
            </p:contentPart>
          </mc:Choice>
          <mc:Fallback>
            <p:pic>
              <p:nvPicPr>
                <p:cNvPr id="29" name="Ink 28">
                  <a:extLst>
                    <a:ext uri="{FF2B5EF4-FFF2-40B4-BE49-F238E27FC236}">
                      <a16:creationId xmlns:a16="http://schemas.microsoft.com/office/drawing/2014/main" id="{6440C69F-A229-464F-A366-BEE9C9B6F977}"/>
                    </a:ext>
                  </a:extLst>
                </p:cNvPr>
                <p:cNvPicPr/>
                <p:nvPr/>
              </p:nvPicPr>
              <p:blipFill>
                <a:blip r:embed="rId41"/>
                <a:stretch>
                  <a:fillRect/>
                </a:stretch>
              </p:blipFill>
              <p:spPr>
                <a:xfrm>
                  <a:off x="5131498" y="6111187"/>
                  <a:ext cx="472320" cy="46836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30" name="Ink 29">
                  <a:extLst>
                    <a:ext uri="{FF2B5EF4-FFF2-40B4-BE49-F238E27FC236}">
                      <a16:creationId xmlns:a16="http://schemas.microsoft.com/office/drawing/2014/main" id="{79EFA71D-0EED-9D73-992E-BF48761E64CC}"/>
                    </a:ext>
                  </a:extLst>
                </p14:cNvPr>
                <p14:cNvContentPartPr/>
                <p14:nvPr/>
              </p14:nvContentPartPr>
              <p14:xfrm>
                <a:off x="5308978" y="6178867"/>
                <a:ext cx="258480" cy="300960"/>
              </p14:xfrm>
            </p:contentPart>
          </mc:Choice>
          <mc:Fallback>
            <p:pic>
              <p:nvPicPr>
                <p:cNvPr id="30" name="Ink 29">
                  <a:extLst>
                    <a:ext uri="{FF2B5EF4-FFF2-40B4-BE49-F238E27FC236}">
                      <a16:creationId xmlns:a16="http://schemas.microsoft.com/office/drawing/2014/main" id="{79EFA71D-0EED-9D73-992E-BF48761E64CC}"/>
                    </a:ext>
                  </a:extLst>
                </p:cNvPr>
                <p:cNvPicPr/>
                <p:nvPr/>
              </p:nvPicPr>
              <p:blipFill>
                <a:blip r:embed="rId43"/>
                <a:stretch>
                  <a:fillRect/>
                </a:stretch>
              </p:blipFill>
              <p:spPr>
                <a:xfrm>
                  <a:off x="5273338" y="6142867"/>
                  <a:ext cx="330120" cy="37260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31" name="Ink 30">
                  <a:extLst>
                    <a:ext uri="{FF2B5EF4-FFF2-40B4-BE49-F238E27FC236}">
                      <a16:creationId xmlns:a16="http://schemas.microsoft.com/office/drawing/2014/main" id="{CF499D12-3FFF-081E-2188-06366A01132F}"/>
                    </a:ext>
                  </a:extLst>
                </p14:cNvPr>
                <p14:cNvContentPartPr/>
                <p14:nvPr/>
              </p14:nvContentPartPr>
              <p14:xfrm>
                <a:off x="5766538" y="5790427"/>
                <a:ext cx="58320" cy="602640"/>
              </p14:xfrm>
            </p:contentPart>
          </mc:Choice>
          <mc:Fallback>
            <p:pic>
              <p:nvPicPr>
                <p:cNvPr id="31" name="Ink 30">
                  <a:extLst>
                    <a:ext uri="{FF2B5EF4-FFF2-40B4-BE49-F238E27FC236}">
                      <a16:creationId xmlns:a16="http://schemas.microsoft.com/office/drawing/2014/main" id="{CF499D12-3FFF-081E-2188-06366A01132F}"/>
                    </a:ext>
                  </a:extLst>
                </p:cNvPr>
                <p:cNvPicPr/>
                <p:nvPr/>
              </p:nvPicPr>
              <p:blipFill>
                <a:blip r:embed="rId45"/>
                <a:stretch>
                  <a:fillRect/>
                </a:stretch>
              </p:blipFill>
              <p:spPr>
                <a:xfrm>
                  <a:off x="5730538" y="5754787"/>
                  <a:ext cx="129960" cy="67428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32" name="Ink 31">
                  <a:extLst>
                    <a:ext uri="{FF2B5EF4-FFF2-40B4-BE49-F238E27FC236}">
                      <a16:creationId xmlns:a16="http://schemas.microsoft.com/office/drawing/2014/main" id="{7BCBEE73-CFFE-4ECC-676E-9332A77EA004}"/>
                    </a:ext>
                  </a:extLst>
                </p14:cNvPr>
                <p14:cNvContentPartPr/>
                <p14:nvPr/>
              </p14:nvContentPartPr>
              <p14:xfrm>
                <a:off x="5676538" y="6073027"/>
                <a:ext cx="289080" cy="64800"/>
              </p14:xfrm>
            </p:contentPart>
          </mc:Choice>
          <mc:Fallback>
            <p:pic>
              <p:nvPicPr>
                <p:cNvPr id="32" name="Ink 31">
                  <a:extLst>
                    <a:ext uri="{FF2B5EF4-FFF2-40B4-BE49-F238E27FC236}">
                      <a16:creationId xmlns:a16="http://schemas.microsoft.com/office/drawing/2014/main" id="{7BCBEE73-CFFE-4ECC-676E-9332A77EA004}"/>
                    </a:ext>
                  </a:extLst>
                </p:cNvPr>
                <p:cNvPicPr/>
                <p:nvPr/>
              </p:nvPicPr>
              <p:blipFill>
                <a:blip r:embed="rId47"/>
                <a:stretch>
                  <a:fillRect/>
                </a:stretch>
              </p:blipFill>
              <p:spPr>
                <a:xfrm>
                  <a:off x="5640538" y="6037387"/>
                  <a:ext cx="360720" cy="13644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34" name="Ink 33">
                  <a:extLst>
                    <a:ext uri="{FF2B5EF4-FFF2-40B4-BE49-F238E27FC236}">
                      <a16:creationId xmlns:a16="http://schemas.microsoft.com/office/drawing/2014/main" id="{995913EA-5DB9-45F1-EE53-277D1B425BE5}"/>
                    </a:ext>
                  </a:extLst>
                </p14:cNvPr>
                <p14:cNvContentPartPr/>
                <p14:nvPr/>
              </p14:nvContentPartPr>
              <p14:xfrm>
                <a:off x="6307258" y="5788987"/>
                <a:ext cx="553320" cy="653400"/>
              </p14:xfrm>
            </p:contentPart>
          </mc:Choice>
          <mc:Fallback>
            <p:pic>
              <p:nvPicPr>
                <p:cNvPr id="34" name="Ink 33">
                  <a:extLst>
                    <a:ext uri="{FF2B5EF4-FFF2-40B4-BE49-F238E27FC236}">
                      <a16:creationId xmlns:a16="http://schemas.microsoft.com/office/drawing/2014/main" id="{995913EA-5DB9-45F1-EE53-277D1B425BE5}"/>
                    </a:ext>
                  </a:extLst>
                </p:cNvPr>
                <p:cNvPicPr/>
                <p:nvPr/>
              </p:nvPicPr>
              <p:blipFill>
                <a:blip r:embed="rId49"/>
                <a:stretch>
                  <a:fillRect/>
                </a:stretch>
              </p:blipFill>
              <p:spPr>
                <a:xfrm>
                  <a:off x="6271258" y="5752987"/>
                  <a:ext cx="624960" cy="72504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35" name="Ink 34">
                  <a:extLst>
                    <a:ext uri="{FF2B5EF4-FFF2-40B4-BE49-F238E27FC236}">
                      <a16:creationId xmlns:a16="http://schemas.microsoft.com/office/drawing/2014/main" id="{0BE0DCB7-B3AC-C78B-17B5-3834B869B8B4}"/>
                    </a:ext>
                  </a:extLst>
                </p14:cNvPr>
                <p14:cNvContentPartPr/>
                <p14:nvPr/>
              </p14:nvContentPartPr>
              <p14:xfrm>
                <a:off x="6841498" y="6147187"/>
                <a:ext cx="98640" cy="340560"/>
              </p14:xfrm>
            </p:contentPart>
          </mc:Choice>
          <mc:Fallback>
            <p:pic>
              <p:nvPicPr>
                <p:cNvPr id="35" name="Ink 34">
                  <a:extLst>
                    <a:ext uri="{FF2B5EF4-FFF2-40B4-BE49-F238E27FC236}">
                      <a16:creationId xmlns:a16="http://schemas.microsoft.com/office/drawing/2014/main" id="{0BE0DCB7-B3AC-C78B-17B5-3834B869B8B4}"/>
                    </a:ext>
                  </a:extLst>
                </p:cNvPr>
                <p:cNvPicPr/>
                <p:nvPr/>
              </p:nvPicPr>
              <p:blipFill>
                <a:blip r:embed="rId51"/>
                <a:stretch>
                  <a:fillRect/>
                </a:stretch>
              </p:blipFill>
              <p:spPr>
                <a:xfrm>
                  <a:off x="6805858" y="6111547"/>
                  <a:ext cx="170280" cy="41220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6" name="Ink 35">
                  <a:extLst>
                    <a:ext uri="{FF2B5EF4-FFF2-40B4-BE49-F238E27FC236}">
                      <a16:creationId xmlns:a16="http://schemas.microsoft.com/office/drawing/2014/main" id="{8A812104-9DD2-2D2B-CF63-601FA1214318}"/>
                    </a:ext>
                  </a:extLst>
                </p14:cNvPr>
                <p14:cNvContentPartPr/>
                <p14:nvPr/>
              </p14:nvContentPartPr>
              <p14:xfrm>
                <a:off x="6932218" y="5980867"/>
                <a:ext cx="7920" cy="54720"/>
              </p14:xfrm>
            </p:contentPart>
          </mc:Choice>
          <mc:Fallback>
            <p:pic>
              <p:nvPicPr>
                <p:cNvPr id="36" name="Ink 35">
                  <a:extLst>
                    <a:ext uri="{FF2B5EF4-FFF2-40B4-BE49-F238E27FC236}">
                      <a16:creationId xmlns:a16="http://schemas.microsoft.com/office/drawing/2014/main" id="{8A812104-9DD2-2D2B-CF63-601FA1214318}"/>
                    </a:ext>
                  </a:extLst>
                </p:cNvPr>
                <p:cNvPicPr/>
                <p:nvPr/>
              </p:nvPicPr>
              <p:blipFill>
                <a:blip r:embed="rId53"/>
                <a:stretch>
                  <a:fillRect/>
                </a:stretch>
              </p:blipFill>
              <p:spPr>
                <a:xfrm>
                  <a:off x="6896578" y="5944867"/>
                  <a:ext cx="79560" cy="12636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8" name="Ink 37">
                  <a:extLst>
                    <a:ext uri="{FF2B5EF4-FFF2-40B4-BE49-F238E27FC236}">
                      <a16:creationId xmlns:a16="http://schemas.microsoft.com/office/drawing/2014/main" id="{7358386C-16BD-A8D0-E9A6-493A9B34C8ED}"/>
                    </a:ext>
                  </a:extLst>
                </p14:cNvPr>
                <p14:cNvContentPartPr/>
                <p14:nvPr/>
              </p14:nvContentPartPr>
              <p14:xfrm>
                <a:off x="7005658" y="6122347"/>
                <a:ext cx="426600" cy="384840"/>
              </p14:xfrm>
            </p:contentPart>
          </mc:Choice>
          <mc:Fallback>
            <p:pic>
              <p:nvPicPr>
                <p:cNvPr id="38" name="Ink 37">
                  <a:extLst>
                    <a:ext uri="{FF2B5EF4-FFF2-40B4-BE49-F238E27FC236}">
                      <a16:creationId xmlns:a16="http://schemas.microsoft.com/office/drawing/2014/main" id="{7358386C-16BD-A8D0-E9A6-493A9B34C8ED}"/>
                    </a:ext>
                  </a:extLst>
                </p:cNvPr>
                <p:cNvPicPr/>
                <p:nvPr/>
              </p:nvPicPr>
              <p:blipFill>
                <a:blip r:embed="rId55"/>
                <a:stretch>
                  <a:fillRect/>
                </a:stretch>
              </p:blipFill>
              <p:spPr>
                <a:xfrm>
                  <a:off x="6969658" y="6086707"/>
                  <a:ext cx="498240" cy="45648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9" name="Ink 38">
                  <a:extLst>
                    <a:ext uri="{FF2B5EF4-FFF2-40B4-BE49-F238E27FC236}">
                      <a16:creationId xmlns:a16="http://schemas.microsoft.com/office/drawing/2014/main" id="{D9213031-A6CC-5703-54E6-DDC68DABBF18}"/>
                    </a:ext>
                  </a:extLst>
                </p14:cNvPr>
                <p14:cNvContentPartPr/>
                <p14:nvPr/>
              </p14:nvContentPartPr>
              <p14:xfrm>
                <a:off x="7576258" y="6130987"/>
                <a:ext cx="412560" cy="327600"/>
              </p14:xfrm>
            </p:contentPart>
          </mc:Choice>
          <mc:Fallback>
            <p:pic>
              <p:nvPicPr>
                <p:cNvPr id="39" name="Ink 38">
                  <a:extLst>
                    <a:ext uri="{FF2B5EF4-FFF2-40B4-BE49-F238E27FC236}">
                      <a16:creationId xmlns:a16="http://schemas.microsoft.com/office/drawing/2014/main" id="{D9213031-A6CC-5703-54E6-DDC68DABBF18}"/>
                    </a:ext>
                  </a:extLst>
                </p:cNvPr>
                <p:cNvPicPr/>
                <p:nvPr/>
              </p:nvPicPr>
              <p:blipFill>
                <a:blip r:embed="rId57"/>
                <a:stretch>
                  <a:fillRect/>
                </a:stretch>
              </p:blipFill>
              <p:spPr>
                <a:xfrm>
                  <a:off x="7540618" y="6094987"/>
                  <a:ext cx="484200" cy="3992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58">
            <p14:nvContentPartPr>
              <p14:cNvPr id="42" name="Ink 41">
                <a:extLst>
                  <a:ext uri="{FF2B5EF4-FFF2-40B4-BE49-F238E27FC236}">
                    <a16:creationId xmlns:a16="http://schemas.microsoft.com/office/drawing/2014/main" id="{2FBD16A9-78E0-0FD0-E0A1-F8D29635B65F}"/>
                  </a:ext>
                </a:extLst>
              </p14:cNvPr>
              <p14:cNvContentPartPr/>
              <p14:nvPr/>
            </p14:nvContentPartPr>
            <p14:xfrm>
              <a:off x="1450498" y="1650787"/>
              <a:ext cx="3804120" cy="2690280"/>
            </p14:xfrm>
          </p:contentPart>
        </mc:Choice>
        <mc:Fallback>
          <p:pic>
            <p:nvPicPr>
              <p:cNvPr id="42" name="Ink 41">
                <a:extLst>
                  <a:ext uri="{FF2B5EF4-FFF2-40B4-BE49-F238E27FC236}">
                    <a16:creationId xmlns:a16="http://schemas.microsoft.com/office/drawing/2014/main" id="{2FBD16A9-78E0-0FD0-E0A1-F8D29635B65F}"/>
                  </a:ext>
                </a:extLst>
              </p:cNvPr>
              <p:cNvPicPr/>
              <p:nvPr/>
            </p:nvPicPr>
            <p:blipFill>
              <a:blip r:embed="rId59"/>
              <a:stretch>
                <a:fillRect/>
              </a:stretch>
            </p:blipFill>
            <p:spPr>
              <a:xfrm>
                <a:off x="1414498" y="1614787"/>
                <a:ext cx="3875760" cy="276192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43" name="Ink 42">
                <a:extLst>
                  <a:ext uri="{FF2B5EF4-FFF2-40B4-BE49-F238E27FC236}">
                    <a16:creationId xmlns:a16="http://schemas.microsoft.com/office/drawing/2014/main" id="{F9B4565B-A101-064D-495E-BF2E5117D3D0}"/>
                  </a:ext>
                </a:extLst>
              </p14:cNvPr>
              <p14:cNvContentPartPr/>
              <p14:nvPr/>
            </p14:nvContentPartPr>
            <p14:xfrm>
              <a:off x="1372018" y="1683187"/>
              <a:ext cx="3907800" cy="2734200"/>
            </p14:xfrm>
          </p:contentPart>
        </mc:Choice>
        <mc:Fallback>
          <p:pic>
            <p:nvPicPr>
              <p:cNvPr id="43" name="Ink 42">
                <a:extLst>
                  <a:ext uri="{FF2B5EF4-FFF2-40B4-BE49-F238E27FC236}">
                    <a16:creationId xmlns:a16="http://schemas.microsoft.com/office/drawing/2014/main" id="{F9B4565B-A101-064D-495E-BF2E5117D3D0}"/>
                  </a:ext>
                </a:extLst>
              </p:cNvPr>
              <p:cNvPicPr/>
              <p:nvPr/>
            </p:nvPicPr>
            <p:blipFill>
              <a:blip r:embed="rId61"/>
              <a:stretch>
                <a:fillRect/>
              </a:stretch>
            </p:blipFill>
            <p:spPr>
              <a:xfrm>
                <a:off x="1336378" y="1647187"/>
                <a:ext cx="3979440" cy="2805840"/>
              </a:xfrm>
              <a:prstGeom prst="rect">
                <a:avLst/>
              </a:prstGeom>
            </p:spPr>
          </p:pic>
        </mc:Fallback>
      </mc:AlternateContent>
      <p:grpSp>
        <p:nvGrpSpPr>
          <p:cNvPr id="48" name="Group 47">
            <a:extLst>
              <a:ext uri="{FF2B5EF4-FFF2-40B4-BE49-F238E27FC236}">
                <a16:creationId xmlns:a16="http://schemas.microsoft.com/office/drawing/2014/main" id="{5B49087E-D74F-CE50-99F3-95F2DFC29E95}"/>
              </a:ext>
            </a:extLst>
          </p:cNvPr>
          <p:cNvGrpSpPr/>
          <p:nvPr/>
        </p:nvGrpSpPr>
        <p:grpSpPr>
          <a:xfrm>
            <a:off x="5290618" y="1699387"/>
            <a:ext cx="2684880" cy="3420000"/>
            <a:chOff x="5290618" y="1699387"/>
            <a:chExt cx="2684880" cy="3420000"/>
          </a:xfrm>
        </p:grpSpPr>
        <mc:AlternateContent xmlns:mc="http://schemas.openxmlformats.org/markup-compatibility/2006">
          <mc:Choice xmlns:p14="http://schemas.microsoft.com/office/powerpoint/2010/main" Requires="p14">
            <p:contentPart p14:bwMode="auto" r:id="rId62">
              <p14:nvContentPartPr>
                <p14:cNvPr id="44" name="Ink 43">
                  <a:extLst>
                    <a:ext uri="{FF2B5EF4-FFF2-40B4-BE49-F238E27FC236}">
                      <a16:creationId xmlns:a16="http://schemas.microsoft.com/office/drawing/2014/main" id="{E0DEBB7F-4B03-7640-7458-670279D69A6E}"/>
                    </a:ext>
                  </a:extLst>
                </p14:cNvPr>
                <p14:cNvContentPartPr/>
                <p14:nvPr/>
              </p14:nvContentPartPr>
              <p14:xfrm>
                <a:off x="5290618" y="1699387"/>
                <a:ext cx="2460240" cy="3270600"/>
              </p14:xfrm>
            </p:contentPart>
          </mc:Choice>
          <mc:Fallback>
            <p:pic>
              <p:nvPicPr>
                <p:cNvPr id="44" name="Ink 43">
                  <a:extLst>
                    <a:ext uri="{FF2B5EF4-FFF2-40B4-BE49-F238E27FC236}">
                      <a16:creationId xmlns:a16="http://schemas.microsoft.com/office/drawing/2014/main" id="{E0DEBB7F-4B03-7640-7458-670279D69A6E}"/>
                    </a:ext>
                  </a:extLst>
                </p:cNvPr>
                <p:cNvPicPr/>
                <p:nvPr/>
              </p:nvPicPr>
              <p:blipFill>
                <a:blip r:embed="rId63"/>
                <a:stretch>
                  <a:fillRect/>
                </a:stretch>
              </p:blipFill>
              <p:spPr>
                <a:xfrm>
                  <a:off x="5254618" y="1663387"/>
                  <a:ext cx="2531880" cy="334224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45" name="Ink 44">
                  <a:extLst>
                    <a:ext uri="{FF2B5EF4-FFF2-40B4-BE49-F238E27FC236}">
                      <a16:creationId xmlns:a16="http://schemas.microsoft.com/office/drawing/2014/main" id="{6E60F90D-847B-05F4-2F61-AF7E3FBF0DD2}"/>
                    </a:ext>
                  </a:extLst>
                </p14:cNvPr>
                <p14:cNvContentPartPr/>
                <p14:nvPr/>
              </p14:nvContentPartPr>
              <p14:xfrm>
                <a:off x="7472218" y="4905907"/>
                <a:ext cx="5040" cy="4320"/>
              </p14:xfrm>
            </p:contentPart>
          </mc:Choice>
          <mc:Fallback>
            <p:pic>
              <p:nvPicPr>
                <p:cNvPr id="45" name="Ink 44">
                  <a:extLst>
                    <a:ext uri="{FF2B5EF4-FFF2-40B4-BE49-F238E27FC236}">
                      <a16:creationId xmlns:a16="http://schemas.microsoft.com/office/drawing/2014/main" id="{6E60F90D-847B-05F4-2F61-AF7E3FBF0DD2}"/>
                    </a:ext>
                  </a:extLst>
                </p:cNvPr>
                <p:cNvPicPr/>
                <p:nvPr/>
              </p:nvPicPr>
              <p:blipFill>
                <a:blip r:embed="rId65"/>
                <a:stretch>
                  <a:fillRect/>
                </a:stretch>
              </p:blipFill>
              <p:spPr>
                <a:xfrm>
                  <a:off x="7436218" y="4870267"/>
                  <a:ext cx="76680" cy="7596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46" name="Ink 45">
                  <a:extLst>
                    <a:ext uri="{FF2B5EF4-FFF2-40B4-BE49-F238E27FC236}">
                      <a16:creationId xmlns:a16="http://schemas.microsoft.com/office/drawing/2014/main" id="{7434AF59-0AEA-17EB-0D7F-B3CF934C5A8A}"/>
                    </a:ext>
                  </a:extLst>
                </p14:cNvPr>
                <p14:cNvContentPartPr/>
                <p14:nvPr/>
              </p14:nvContentPartPr>
              <p14:xfrm>
                <a:off x="7469338" y="4950547"/>
                <a:ext cx="360" cy="360"/>
              </p14:xfrm>
            </p:contentPart>
          </mc:Choice>
          <mc:Fallback>
            <p:pic>
              <p:nvPicPr>
                <p:cNvPr id="46" name="Ink 45">
                  <a:extLst>
                    <a:ext uri="{FF2B5EF4-FFF2-40B4-BE49-F238E27FC236}">
                      <a16:creationId xmlns:a16="http://schemas.microsoft.com/office/drawing/2014/main" id="{7434AF59-0AEA-17EB-0D7F-B3CF934C5A8A}"/>
                    </a:ext>
                  </a:extLst>
                </p:cNvPr>
                <p:cNvPicPr/>
                <p:nvPr/>
              </p:nvPicPr>
              <p:blipFill>
                <a:blip r:embed="rId67"/>
                <a:stretch>
                  <a:fillRect/>
                </a:stretch>
              </p:blipFill>
              <p:spPr>
                <a:xfrm>
                  <a:off x="7433338" y="4914547"/>
                  <a:ext cx="72000" cy="7200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47" name="Ink 46">
                  <a:extLst>
                    <a:ext uri="{FF2B5EF4-FFF2-40B4-BE49-F238E27FC236}">
                      <a16:creationId xmlns:a16="http://schemas.microsoft.com/office/drawing/2014/main" id="{24676195-9247-8CA5-E4D0-A14460FDA41E}"/>
                    </a:ext>
                  </a:extLst>
                </p14:cNvPr>
                <p14:cNvContentPartPr/>
                <p14:nvPr/>
              </p14:nvContentPartPr>
              <p14:xfrm>
                <a:off x="7398418" y="4612507"/>
                <a:ext cx="577080" cy="506880"/>
              </p14:xfrm>
            </p:contentPart>
          </mc:Choice>
          <mc:Fallback>
            <p:pic>
              <p:nvPicPr>
                <p:cNvPr id="47" name="Ink 46">
                  <a:extLst>
                    <a:ext uri="{FF2B5EF4-FFF2-40B4-BE49-F238E27FC236}">
                      <a16:creationId xmlns:a16="http://schemas.microsoft.com/office/drawing/2014/main" id="{24676195-9247-8CA5-E4D0-A14460FDA41E}"/>
                    </a:ext>
                  </a:extLst>
                </p:cNvPr>
                <p:cNvPicPr/>
                <p:nvPr/>
              </p:nvPicPr>
              <p:blipFill>
                <a:blip r:embed="rId69"/>
                <a:stretch>
                  <a:fillRect/>
                </a:stretch>
              </p:blipFill>
              <p:spPr>
                <a:xfrm>
                  <a:off x="7362778" y="4576507"/>
                  <a:ext cx="648720" cy="578520"/>
                </a:xfrm>
                <a:prstGeom prst="rect">
                  <a:avLst/>
                </a:prstGeom>
              </p:spPr>
            </p:pic>
          </mc:Fallback>
        </mc:AlternateContent>
      </p:grpSp>
    </p:spTree>
    <p:extLst>
      <p:ext uri="{BB962C8B-B14F-4D97-AF65-F5344CB8AC3E}">
        <p14:creationId xmlns:p14="http://schemas.microsoft.com/office/powerpoint/2010/main" val="26192812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54ABE-AD39-5150-9A10-B0953E22D06B}"/>
              </a:ext>
            </a:extLst>
          </p:cNvPr>
          <p:cNvSpPr>
            <a:spLocks noGrp="1"/>
          </p:cNvSpPr>
          <p:nvPr>
            <p:ph type="title"/>
          </p:nvPr>
        </p:nvSpPr>
        <p:spPr>
          <a:xfrm>
            <a:off x="612648" y="2093976"/>
            <a:ext cx="8229600" cy="4178808"/>
          </a:xfrm>
        </p:spPr>
        <p:txBody>
          <a:bodyPr anchor="b">
            <a:normAutofit/>
          </a:bodyPr>
          <a:lstStyle/>
          <a:p>
            <a:r>
              <a:rPr lang="en-US"/>
              <a:t>Challenges in AI Integration</a:t>
            </a:r>
          </a:p>
        </p:txBody>
      </p:sp>
    </p:spTree>
    <p:extLst>
      <p:ext uri="{BB962C8B-B14F-4D97-AF65-F5344CB8AC3E}">
        <p14:creationId xmlns:p14="http://schemas.microsoft.com/office/powerpoint/2010/main" val="61199114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F7B52-DB0E-621B-36BB-4E9CE1D0D39E}"/>
              </a:ext>
            </a:extLst>
          </p:cNvPr>
          <p:cNvSpPr>
            <a:spLocks noGrp="1"/>
          </p:cNvSpPr>
          <p:nvPr>
            <p:ph type="title"/>
          </p:nvPr>
        </p:nvSpPr>
        <p:spPr/>
        <p:txBody>
          <a:bodyPr>
            <a:normAutofit/>
          </a:bodyPr>
          <a:lstStyle/>
          <a:p>
            <a:r>
              <a:rPr lang="en-US" sz="5400" dirty="0"/>
              <a:t>How do we integrate with AI?</a:t>
            </a:r>
          </a:p>
        </p:txBody>
      </p:sp>
      <p:sp>
        <p:nvSpPr>
          <p:cNvPr id="3" name="Content Placeholder 2">
            <a:extLst>
              <a:ext uri="{FF2B5EF4-FFF2-40B4-BE49-F238E27FC236}">
                <a16:creationId xmlns:a16="http://schemas.microsoft.com/office/drawing/2014/main" id="{463A2EAD-EB1D-5C79-EB66-BCB5A4552F38}"/>
              </a:ext>
            </a:extLst>
          </p:cNvPr>
          <p:cNvSpPr>
            <a:spLocks noGrp="1"/>
          </p:cNvSpPr>
          <p:nvPr>
            <p:ph sz="quarter" idx="13"/>
          </p:nvPr>
        </p:nvSpPr>
        <p:spPr/>
        <p:txBody>
          <a:bodyPr>
            <a:normAutofit/>
          </a:bodyPr>
          <a:lstStyle/>
          <a:p>
            <a:r>
              <a:rPr lang="en-US" sz="4000" dirty="0"/>
              <a:t>Custom trained models?</a:t>
            </a:r>
          </a:p>
          <a:p>
            <a:r>
              <a:rPr lang="en-US" sz="4000" dirty="0"/>
              <a:t>Retrieval Augmented Graphs?</a:t>
            </a:r>
          </a:p>
          <a:p>
            <a:r>
              <a:rPr lang="en-US" sz="4000" dirty="0"/>
              <a:t>Custom connection to each data source?</a:t>
            </a:r>
          </a:p>
          <a:p>
            <a:r>
              <a:rPr lang="en-US" sz="4000" dirty="0"/>
              <a:t>We need a standardized interface!</a:t>
            </a:r>
          </a:p>
        </p:txBody>
      </p:sp>
    </p:spTree>
    <p:extLst>
      <p:ext uri="{BB962C8B-B14F-4D97-AF65-F5344CB8AC3E}">
        <p14:creationId xmlns:p14="http://schemas.microsoft.com/office/powerpoint/2010/main" val="2097777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90AC0-339C-2607-2B51-4EDFE0689002}"/>
              </a:ext>
            </a:extLst>
          </p:cNvPr>
          <p:cNvSpPr>
            <a:spLocks noGrp="1"/>
          </p:cNvSpPr>
          <p:nvPr>
            <p:ph type="title"/>
          </p:nvPr>
        </p:nvSpPr>
        <p:spPr>
          <a:xfrm>
            <a:off x="612648" y="2093976"/>
            <a:ext cx="8229600" cy="4178808"/>
          </a:xfrm>
        </p:spPr>
        <p:txBody>
          <a:bodyPr anchor="b">
            <a:normAutofit/>
          </a:bodyPr>
          <a:lstStyle/>
          <a:p>
            <a:r>
              <a:rPr lang="en-US"/>
              <a:t>Introducing the Model Context Protocol (MCP)</a:t>
            </a:r>
          </a:p>
        </p:txBody>
      </p:sp>
    </p:spTree>
    <p:extLst>
      <p:ext uri="{BB962C8B-B14F-4D97-AF65-F5344CB8AC3E}">
        <p14:creationId xmlns:p14="http://schemas.microsoft.com/office/powerpoint/2010/main" val="371314300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FE8214-F416-30F6-F13D-5AC873FABA16}"/>
              </a:ext>
            </a:extLst>
          </p:cNvPr>
          <p:cNvSpPr>
            <a:spLocks noGrp="1"/>
          </p:cNvSpPr>
          <p:nvPr>
            <p:ph type="title"/>
          </p:nvPr>
        </p:nvSpPr>
        <p:spPr>
          <a:xfrm>
            <a:off x="612648" y="502920"/>
            <a:ext cx="4669536" cy="1453896"/>
          </a:xfrm>
        </p:spPr>
        <p:txBody>
          <a:bodyPr anchor="t">
            <a:normAutofit/>
          </a:bodyPr>
          <a:lstStyle/>
          <a:p>
            <a:r>
              <a:rPr lang="en-US" sz="4800" dirty="0"/>
              <a:t>Overview and Architecture</a:t>
            </a:r>
          </a:p>
        </p:txBody>
      </p:sp>
      <p:pic>
        <p:nvPicPr>
          <p:cNvPr id="5" name="Content Placeholder 4" descr="Blockchain, Data, Internet, Security System, Computer Network">
            <a:extLst>
              <a:ext uri="{FF2B5EF4-FFF2-40B4-BE49-F238E27FC236}">
                <a16:creationId xmlns:a16="http://schemas.microsoft.com/office/drawing/2014/main" id="{903976E1-1BC0-421E-9261-1FBE32BF9918}"/>
              </a:ext>
            </a:extLst>
          </p:cNvPr>
          <p:cNvPicPr>
            <a:picLocks noGrp="1" noChangeAspect="1"/>
          </p:cNvPicPr>
          <p:nvPr>
            <p:ph type="pic" sz="quarter" idx="15"/>
          </p:nvPr>
        </p:nvPicPr>
        <p:blipFill>
          <a:blip r:embed="rId3"/>
          <a:srcRect l="6562" r="28174"/>
          <a:stretch>
            <a:fillRect/>
          </a:stretch>
        </p:blipFill>
        <p:spPr>
          <a:xfrm>
            <a:off x="612648" y="2293938"/>
            <a:ext cx="4669536" cy="4024566"/>
          </a:xfrm>
          <a:prstGeom prst="rect">
            <a:avLst/>
          </a:prstGeom>
          <a:noFill/>
        </p:spPr>
      </p:pic>
      <p:sp>
        <p:nvSpPr>
          <p:cNvPr id="4" name="Content Placeholder 3">
            <a:extLst>
              <a:ext uri="{FF2B5EF4-FFF2-40B4-BE49-F238E27FC236}">
                <a16:creationId xmlns:a16="http://schemas.microsoft.com/office/drawing/2014/main" id="{86D29D08-75C8-A7EB-9CF8-1A07D4998020}"/>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96000" y="502919"/>
            <a:ext cx="5471160" cy="5815585"/>
          </a:xfrm>
        </p:spPr>
        <p:txBody>
          <a:bodyPr>
            <a:normAutofit/>
          </a:bodyPr>
          <a:lstStyle/>
          <a:p>
            <a:pPr marL="0" indent="0">
              <a:spcBef>
                <a:spcPts val="2500"/>
              </a:spcBef>
              <a:buFont typeface="Arial" panose="020B0604020202020204" pitchFamily="34" charset="0"/>
              <a:buNone/>
            </a:pPr>
            <a:r>
              <a:rPr lang="en-US" sz="4400" b="1" dirty="0"/>
              <a:t>Universal AI Connector</a:t>
            </a:r>
          </a:p>
          <a:p>
            <a:pPr marL="0" indent="0">
              <a:spcBef>
                <a:spcPts val="2500"/>
              </a:spcBef>
              <a:buFont typeface="Arial" panose="020B0604020202020204" pitchFamily="34" charset="0"/>
              <a:buNone/>
            </a:pPr>
            <a:r>
              <a:rPr lang="en-US" sz="4400" b="1" dirty="0"/>
              <a:t>Client-Server Architecture</a:t>
            </a:r>
          </a:p>
          <a:p>
            <a:pPr marL="0" indent="0">
              <a:spcBef>
                <a:spcPts val="2500"/>
              </a:spcBef>
              <a:buFont typeface="Arial" panose="020B0604020202020204" pitchFamily="34" charset="0"/>
              <a:buNone/>
            </a:pPr>
            <a:r>
              <a:rPr lang="en-US" sz="4400" b="1" dirty="0"/>
              <a:t>Standardized Tool Interface</a:t>
            </a:r>
          </a:p>
        </p:txBody>
      </p:sp>
    </p:spTree>
    <p:extLst>
      <p:ext uri="{BB962C8B-B14F-4D97-AF65-F5344CB8AC3E}">
        <p14:creationId xmlns:p14="http://schemas.microsoft.com/office/powerpoint/2010/main" val="177357165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BCE0F98F-81A4-9676-ABA5-73D1E335F2F8}"/>
              </a:ext>
            </a:extLst>
          </p:cNvPr>
          <p:cNvGrpSpPr/>
          <p:nvPr/>
        </p:nvGrpSpPr>
        <p:grpSpPr>
          <a:xfrm>
            <a:off x="7748282" y="594793"/>
            <a:ext cx="3581945" cy="2585319"/>
            <a:chOff x="7118947" y="560261"/>
            <a:chExt cx="3581945" cy="2585319"/>
          </a:xfrm>
        </p:grpSpPr>
        <p:sp>
          <p:nvSpPr>
            <p:cNvPr id="9" name="Rectangle 8">
              <a:extLst>
                <a:ext uri="{FF2B5EF4-FFF2-40B4-BE49-F238E27FC236}">
                  <a16:creationId xmlns:a16="http://schemas.microsoft.com/office/drawing/2014/main" id="{4C5D7E8D-EB66-B353-DE32-728A300D650D}"/>
                </a:ext>
              </a:extLst>
            </p:cNvPr>
            <p:cNvSpPr/>
            <p:nvPr/>
          </p:nvSpPr>
          <p:spPr>
            <a:xfrm>
              <a:off x="7799810" y="1593073"/>
              <a:ext cx="2901082" cy="1552507"/>
            </a:xfrm>
            <a:prstGeom prst="rect">
              <a:avLst/>
            </a:prstGeom>
            <a:solidFill>
              <a:schemeClr val="accent4">
                <a:lumMod val="40000"/>
                <a:lumOff val="6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b"/>
            <a:lstStyle/>
            <a:p>
              <a:pPr algn="r"/>
              <a:r>
                <a:rPr lang="en-US" sz="2000" dirty="0">
                  <a:solidFill>
                    <a:schemeClr val="tx1"/>
                  </a:solidFill>
                </a:rPr>
                <a:t>Gemini</a:t>
              </a:r>
            </a:p>
          </p:txBody>
        </p:sp>
        <p:sp>
          <p:nvSpPr>
            <p:cNvPr id="8" name="Rectangle 7">
              <a:extLst>
                <a:ext uri="{FF2B5EF4-FFF2-40B4-BE49-F238E27FC236}">
                  <a16:creationId xmlns:a16="http://schemas.microsoft.com/office/drawing/2014/main" id="{2CF89677-E65D-4DE4-1892-4419F6820238}"/>
                </a:ext>
              </a:extLst>
            </p:cNvPr>
            <p:cNvSpPr/>
            <p:nvPr/>
          </p:nvSpPr>
          <p:spPr>
            <a:xfrm>
              <a:off x="7581632" y="1248248"/>
              <a:ext cx="2901082" cy="1552507"/>
            </a:xfrm>
            <a:prstGeom prst="rect">
              <a:avLst/>
            </a:prstGeom>
            <a:solidFill>
              <a:schemeClr val="accent4">
                <a:lumMod val="40000"/>
                <a:lumOff val="6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b"/>
            <a:lstStyle/>
            <a:p>
              <a:pPr algn="r"/>
              <a:r>
                <a:rPr lang="en-US" sz="2000" dirty="0">
                  <a:solidFill>
                    <a:schemeClr val="tx1"/>
                  </a:solidFill>
                </a:rPr>
                <a:t>GPT5</a:t>
              </a:r>
            </a:p>
          </p:txBody>
        </p:sp>
        <p:sp>
          <p:nvSpPr>
            <p:cNvPr id="7" name="Rectangle 6">
              <a:extLst>
                <a:ext uri="{FF2B5EF4-FFF2-40B4-BE49-F238E27FC236}">
                  <a16:creationId xmlns:a16="http://schemas.microsoft.com/office/drawing/2014/main" id="{BC53E150-BE25-B827-C3AE-8179E2C508D4}"/>
                </a:ext>
              </a:extLst>
            </p:cNvPr>
            <p:cNvSpPr/>
            <p:nvPr/>
          </p:nvSpPr>
          <p:spPr>
            <a:xfrm>
              <a:off x="7356866" y="910011"/>
              <a:ext cx="2901082" cy="1552507"/>
            </a:xfrm>
            <a:prstGeom prst="rect">
              <a:avLst/>
            </a:prstGeom>
            <a:solidFill>
              <a:schemeClr val="accent4">
                <a:lumMod val="40000"/>
                <a:lumOff val="6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b"/>
            <a:lstStyle/>
            <a:p>
              <a:pPr algn="r"/>
              <a:r>
                <a:rPr lang="en-US" sz="2000" dirty="0">
                  <a:solidFill>
                    <a:schemeClr val="tx1"/>
                  </a:solidFill>
                </a:rPr>
                <a:t>Claude Sonnet</a:t>
              </a:r>
            </a:p>
          </p:txBody>
        </p:sp>
        <p:sp>
          <p:nvSpPr>
            <p:cNvPr id="6" name="Rectangle 5">
              <a:extLst>
                <a:ext uri="{FF2B5EF4-FFF2-40B4-BE49-F238E27FC236}">
                  <a16:creationId xmlns:a16="http://schemas.microsoft.com/office/drawing/2014/main" id="{EBDF09EB-A649-CB6B-3D53-4D1EA88A3D01}"/>
                </a:ext>
              </a:extLst>
            </p:cNvPr>
            <p:cNvSpPr/>
            <p:nvPr/>
          </p:nvSpPr>
          <p:spPr>
            <a:xfrm>
              <a:off x="7118947" y="560261"/>
              <a:ext cx="2901082" cy="1552507"/>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3600" dirty="0"/>
                <a:t>LLMs</a:t>
              </a:r>
            </a:p>
          </p:txBody>
        </p:sp>
      </p:grpSp>
      <p:grpSp>
        <p:nvGrpSpPr>
          <p:cNvPr id="13" name="Group 12">
            <a:extLst>
              <a:ext uri="{FF2B5EF4-FFF2-40B4-BE49-F238E27FC236}">
                <a16:creationId xmlns:a16="http://schemas.microsoft.com/office/drawing/2014/main" id="{30CF5653-2D43-D827-6CF9-79AA6D51B6E5}"/>
              </a:ext>
            </a:extLst>
          </p:cNvPr>
          <p:cNvGrpSpPr/>
          <p:nvPr/>
        </p:nvGrpSpPr>
        <p:grpSpPr>
          <a:xfrm>
            <a:off x="394706" y="560260"/>
            <a:ext cx="3706941" cy="2619852"/>
            <a:chOff x="861773" y="560260"/>
            <a:chExt cx="3706941" cy="2619852"/>
          </a:xfrm>
        </p:grpSpPr>
        <p:sp>
          <p:nvSpPr>
            <p:cNvPr id="12" name="Rectangle 11">
              <a:extLst>
                <a:ext uri="{FF2B5EF4-FFF2-40B4-BE49-F238E27FC236}">
                  <a16:creationId xmlns:a16="http://schemas.microsoft.com/office/drawing/2014/main" id="{F640BD2E-FDBF-D6F1-9B20-91FE303A6EB8}"/>
                </a:ext>
              </a:extLst>
            </p:cNvPr>
            <p:cNvSpPr/>
            <p:nvPr/>
          </p:nvSpPr>
          <p:spPr>
            <a:xfrm>
              <a:off x="1667632" y="1627605"/>
              <a:ext cx="2901082" cy="1552507"/>
            </a:xfrm>
            <a:prstGeom prst="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n-US" sz="2000" dirty="0">
                  <a:solidFill>
                    <a:schemeClr val="tx1"/>
                  </a:solidFill>
                </a:rPr>
                <a:t>JetBrains Rider</a:t>
              </a:r>
            </a:p>
          </p:txBody>
        </p:sp>
        <p:sp>
          <p:nvSpPr>
            <p:cNvPr id="11" name="Rectangle 10">
              <a:extLst>
                <a:ext uri="{FF2B5EF4-FFF2-40B4-BE49-F238E27FC236}">
                  <a16:creationId xmlns:a16="http://schemas.microsoft.com/office/drawing/2014/main" id="{775A0537-6AD1-4425-58C4-3792B1DFC7A3}"/>
                </a:ext>
              </a:extLst>
            </p:cNvPr>
            <p:cNvSpPr/>
            <p:nvPr/>
          </p:nvSpPr>
          <p:spPr>
            <a:xfrm>
              <a:off x="1420940" y="1225225"/>
              <a:ext cx="2901082" cy="1552507"/>
            </a:xfrm>
            <a:prstGeom prst="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n-US" sz="2000" dirty="0">
                  <a:solidFill>
                    <a:schemeClr val="tx1"/>
                  </a:solidFill>
                </a:rPr>
                <a:t>IntelliJ</a:t>
              </a:r>
            </a:p>
          </p:txBody>
        </p:sp>
        <p:sp>
          <p:nvSpPr>
            <p:cNvPr id="10" name="Rectangle 9">
              <a:extLst>
                <a:ext uri="{FF2B5EF4-FFF2-40B4-BE49-F238E27FC236}">
                  <a16:creationId xmlns:a16="http://schemas.microsoft.com/office/drawing/2014/main" id="{8A6BAE01-C2C5-CD2A-A9E6-D4F8F48F5E73}"/>
                </a:ext>
              </a:extLst>
            </p:cNvPr>
            <p:cNvSpPr/>
            <p:nvPr/>
          </p:nvSpPr>
          <p:spPr>
            <a:xfrm>
              <a:off x="1150121" y="908369"/>
              <a:ext cx="2901082" cy="1552507"/>
            </a:xfrm>
            <a:prstGeom prst="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n-US" sz="2000" dirty="0">
                  <a:solidFill>
                    <a:schemeClr val="tx1"/>
                  </a:solidFill>
                </a:rPr>
                <a:t>Visual Studio 2022</a:t>
              </a:r>
            </a:p>
          </p:txBody>
        </p:sp>
        <p:sp>
          <p:nvSpPr>
            <p:cNvPr id="5" name="Rectangle 4">
              <a:extLst>
                <a:ext uri="{FF2B5EF4-FFF2-40B4-BE49-F238E27FC236}">
                  <a16:creationId xmlns:a16="http://schemas.microsoft.com/office/drawing/2014/main" id="{0C03CC70-C8CA-0F41-F9A6-0477CE9CE4C4}"/>
                </a:ext>
              </a:extLst>
            </p:cNvPr>
            <p:cNvSpPr/>
            <p:nvPr/>
          </p:nvSpPr>
          <p:spPr>
            <a:xfrm>
              <a:off x="861773" y="560260"/>
              <a:ext cx="2901082" cy="15525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Visual Studio Code</a:t>
              </a:r>
            </a:p>
          </p:txBody>
        </p:sp>
      </p:grpSp>
      <p:grpSp>
        <p:nvGrpSpPr>
          <p:cNvPr id="18" name="Group 17">
            <a:extLst>
              <a:ext uri="{FF2B5EF4-FFF2-40B4-BE49-F238E27FC236}">
                <a16:creationId xmlns:a16="http://schemas.microsoft.com/office/drawing/2014/main" id="{303719EC-F12F-61EA-4B32-9608ACCE33B5}"/>
              </a:ext>
            </a:extLst>
          </p:cNvPr>
          <p:cNvGrpSpPr/>
          <p:nvPr/>
        </p:nvGrpSpPr>
        <p:grpSpPr>
          <a:xfrm>
            <a:off x="-1163281" y="-1027337"/>
            <a:ext cx="6088337" cy="5194226"/>
            <a:chOff x="2974536" y="755405"/>
            <a:chExt cx="6088337" cy="5194226"/>
          </a:xfrm>
        </p:grpSpPr>
        <p:pic>
          <p:nvPicPr>
            <p:cNvPr id="16" name="Picture 15" descr="A red circle with black background&#10;&#10;AI-generated content may be incorrect.">
              <a:extLst>
                <a:ext uri="{FF2B5EF4-FFF2-40B4-BE49-F238E27FC236}">
                  <a16:creationId xmlns:a16="http://schemas.microsoft.com/office/drawing/2014/main" id="{09D38318-9989-0EC8-CFC0-F47D75D96F6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74536" y="755405"/>
              <a:ext cx="6088337" cy="5194226"/>
            </a:xfrm>
            <a:prstGeom prst="rect">
              <a:avLst/>
            </a:prstGeom>
          </p:spPr>
        </p:pic>
        <p:sp>
          <p:nvSpPr>
            <p:cNvPr id="17" name="TextBox 16">
              <a:extLst>
                <a:ext uri="{FF2B5EF4-FFF2-40B4-BE49-F238E27FC236}">
                  <a16:creationId xmlns:a16="http://schemas.microsoft.com/office/drawing/2014/main" id="{CD893E87-D26F-A53E-4AF2-2DFBE370C1FE}"/>
                </a:ext>
              </a:extLst>
            </p:cNvPr>
            <p:cNvSpPr txBox="1"/>
            <p:nvPr/>
          </p:nvSpPr>
          <p:spPr>
            <a:xfrm>
              <a:off x="4905298" y="4129719"/>
              <a:ext cx="2361652" cy="523220"/>
            </a:xfrm>
            <a:prstGeom prst="rect">
              <a:avLst/>
            </a:prstGeom>
            <a:noFill/>
          </p:spPr>
          <p:txBody>
            <a:bodyPr wrap="square" rtlCol="0">
              <a:spAutoFit/>
            </a:bodyPr>
            <a:lstStyle/>
            <a:p>
              <a:pPr algn="ctr"/>
              <a:r>
                <a:rPr lang="en-US" sz="2800" b="1" dirty="0">
                  <a:solidFill>
                    <a:srgbClr val="FF0000"/>
                  </a:solidFill>
                  <a:latin typeface="Calibri" panose="020F0502020204030204" pitchFamily="34" charset="0"/>
                  <a:ea typeface="Calibri" panose="020F0502020204030204" pitchFamily="34" charset="0"/>
                  <a:cs typeface="Calibri" panose="020F0502020204030204" pitchFamily="34" charset="0"/>
                </a:rPr>
                <a:t>MCP Client</a:t>
              </a:r>
            </a:p>
          </p:txBody>
        </p:sp>
      </p:grpSp>
      <p:sp>
        <p:nvSpPr>
          <p:cNvPr id="19" name="Arrow: Right 18">
            <a:extLst>
              <a:ext uri="{FF2B5EF4-FFF2-40B4-BE49-F238E27FC236}">
                <a16:creationId xmlns:a16="http://schemas.microsoft.com/office/drawing/2014/main" id="{298E6414-6D2D-9F3D-4473-27809BC7F0AF}"/>
              </a:ext>
            </a:extLst>
          </p:cNvPr>
          <p:cNvSpPr/>
          <p:nvPr/>
        </p:nvSpPr>
        <p:spPr>
          <a:xfrm>
            <a:off x="4545699" y="1219715"/>
            <a:ext cx="2901077" cy="1388872"/>
          </a:xfrm>
          <a:prstGeom prst="rightArrow">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sz="3600" b="1" dirty="0">
                <a:solidFill>
                  <a:schemeClr val="tx1"/>
                </a:solidFill>
                <a:latin typeface="Calibri" panose="020F0502020204030204" pitchFamily="34" charset="0"/>
                <a:ea typeface="Calibri" panose="020F0502020204030204" pitchFamily="34" charset="0"/>
                <a:cs typeface="Calibri" panose="020F0502020204030204" pitchFamily="34" charset="0"/>
              </a:rPr>
              <a:t>Uses</a:t>
            </a:r>
          </a:p>
        </p:txBody>
      </p:sp>
    </p:spTree>
    <p:extLst>
      <p:ext uri="{BB962C8B-B14F-4D97-AF65-F5344CB8AC3E}">
        <p14:creationId xmlns:p14="http://schemas.microsoft.com/office/powerpoint/2010/main" val="10148923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A4B36C-3B2D-9DE4-661B-815A9F7A2F4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C1E40B95-395A-76D4-53C0-DA5D373FF9CB}"/>
              </a:ext>
            </a:extLst>
          </p:cNvPr>
          <p:cNvGrpSpPr/>
          <p:nvPr/>
        </p:nvGrpSpPr>
        <p:grpSpPr>
          <a:xfrm>
            <a:off x="7748282" y="594793"/>
            <a:ext cx="3581945" cy="2585319"/>
            <a:chOff x="7118947" y="560261"/>
            <a:chExt cx="3581945" cy="2585319"/>
          </a:xfrm>
        </p:grpSpPr>
        <p:sp>
          <p:nvSpPr>
            <p:cNvPr id="9" name="Rectangle 8">
              <a:extLst>
                <a:ext uri="{FF2B5EF4-FFF2-40B4-BE49-F238E27FC236}">
                  <a16:creationId xmlns:a16="http://schemas.microsoft.com/office/drawing/2014/main" id="{5CC5CD8A-F283-6F75-ECB4-BB68BF872B5C}"/>
                </a:ext>
              </a:extLst>
            </p:cNvPr>
            <p:cNvSpPr/>
            <p:nvPr/>
          </p:nvSpPr>
          <p:spPr>
            <a:xfrm>
              <a:off x="7799810" y="1593073"/>
              <a:ext cx="2901082" cy="1552507"/>
            </a:xfrm>
            <a:prstGeom prst="rect">
              <a:avLst/>
            </a:prstGeom>
            <a:solidFill>
              <a:schemeClr val="accent4">
                <a:lumMod val="40000"/>
                <a:lumOff val="6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b"/>
            <a:lstStyle/>
            <a:p>
              <a:pPr algn="r"/>
              <a:r>
                <a:rPr lang="en-US" sz="2000" dirty="0">
                  <a:solidFill>
                    <a:schemeClr val="tx1"/>
                  </a:solidFill>
                </a:rPr>
                <a:t>Gemini</a:t>
              </a:r>
            </a:p>
          </p:txBody>
        </p:sp>
        <p:sp>
          <p:nvSpPr>
            <p:cNvPr id="8" name="Rectangle 7">
              <a:extLst>
                <a:ext uri="{FF2B5EF4-FFF2-40B4-BE49-F238E27FC236}">
                  <a16:creationId xmlns:a16="http://schemas.microsoft.com/office/drawing/2014/main" id="{62C299F3-886B-77E5-EE68-37F910D7F9AE}"/>
                </a:ext>
              </a:extLst>
            </p:cNvPr>
            <p:cNvSpPr/>
            <p:nvPr/>
          </p:nvSpPr>
          <p:spPr>
            <a:xfrm>
              <a:off x="7581632" y="1248248"/>
              <a:ext cx="2901082" cy="1552507"/>
            </a:xfrm>
            <a:prstGeom prst="rect">
              <a:avLst/>
            </a:prstGeom>
            <a:solidFill>
              <a:schemeClr val="accent4">
                <a:lumMod val="40000"/>
                <a:lumOff val="6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b"/>
            <a:lstStyle/>
            <a:p>
              <a:pPr algn="r"/>
              <a:r>
                <a:rPr lang="en-US" sz="2000" dirty="0">
                  <a:solidFill>
                    <a:schemeClr val="tx1"/>
                  </a:solidFill>
                </a:rPr>
                <a:t>GPT5</a:t>
              </a:r>
            </a:p>
          </p:txBody>
        </p:sp>
        <p:sp>
          <p:nvSpPr>
            <p:cNvPr id="7" name="Rectangle 6">
              <a:extLst>
                <a:ext uri="{FF2B5EF4-FFF2-40B4-BE49-F238E27FC236}">
                  <a16:creationId xmlns:a16="http://schemas.microsoft.com/office/drawing/2014/main" id="{57FB913E-13FC-B74E-6C7C-427557E223FC}"/>
                </a:ext>
              </a:extLst>
            </p:cNvPr>
            <p:cNvSpPr/>
            <p:nvPr/>
          </p:nvSpPr>
          <p:spPr>
            <a:xfrm>
              <a:off x="7356866" y="910011"/>
              <a:ext cx="2901082" cy="1552507"/>
            </a:xfrm>
            <a:prstGeom prst="rect">
              <a:avLst/>
            </a:prstGeom>
            <a:solidFill>
              <a:schemeClr val="accent4">
                <a:lumMod val="40000"/>
                <a:lumOff val="6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b"/>
            <a:lstStyle/>
            <a:p>
              <a:pPr algn="r"/>
              <a:r>
                <a:rPr lang="en-US" sz="2000" dirty="0">
                  <a:solidFill>
                    <a:schemeClr val="tx1"/>
                  </a:solidFill>
                </a:rPr>
                <a:t>Claude Sonnet</a:t>
              </a:r>
            </a:p>
          </p:txBody>
        </p:sp>
        <p:sp>
          <p:nvSpPr>
            <p:cNvPr id="6" name="Rectangle 5">
              <a:extLst>
                <a:ext uri="{FF2B5EF4-FFF2-40B4-BE49-F238E27FC236}">
                  <a16:creationId xmlns:a16="http://schemas.microsoft.com/office/drawing/2014/main" id="{DEC1DC4F-8672-BA1C-34F5-BF6E364761BE}"/>
                </a:ext>
              </a:extLst>
            </p:cNvPr>
            <p:cNvSpPr/>
            <p:nvPr/>
          </p:nvSpPr>
          <p:spPr>
            <a:xfrm>
              <a:off x="7118947" y="560261"/>
              <a:ext cx="2901082" cy="1552507"/>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3600" dirty="0"/>
                <a:t>LLMs</a:t>
              </a:r>
            </a:p>
          </p:txBody>
        </p:sp>
      </p:grpSp>
      <p:grpSp>
        <p:nvGrpSpPr>
          <p:cNvPr id="13" name="Group 12">
            <a:extLst>
              <a:ext uri="{FF2B5EF4-FFF2-40B4-BE49-F238E27FC236}">
                <a16:creationId xmlns:a16="http://schemas.microsoft.com/office/drawing/2014/main" id="{09081F79-09AC-8A9D-6488-9A134A399123}"/>
              </a:ext>
            </a:extLst>
          </p:cNvPr>
          <p:cNvGrpSpPr/>
          <p:nvPr/>
        </p:nvGrpSpPr>
        <p:grpSpPr>
          <a:xfrm>
            <a:off x="394706" y="560260"/>
            <a:ext cx="3706941" cy="2619852"/>
            <a:chOff x="861773" y="560260"/>
            <a:chExt cx="3706941" cy="2619852"/>
          </a:xfrm>
        </p:grpSpPr>
        <p:sp>
          <p:nvSpPr>
            <p:cNvPr id="12" name="Rectangle 11">
              <a:extLst>
                <a:ext uri="{FF2B5EF4-FFF2-40B4-BE49-F238E27FC236}">
                  <a16:creationId xmlns:a16="http://schemas.microsoft.com/office/drawing/2014/main" id="{F0DB17CC-87E1-ED7A-A8A7-A090398153BF}"/>
                </a:ext>
              </a:extLst>
            </p:cNvPr>
            <p:cNvSpPr/>
            <p:nvPr/>
          </p:nvSpPr>
          <p:spPr>
            <a:xfrm>
              <a:off x="1667632" y="1627605"/>
              <a:ext cx="2901082" cy="1552507"/>
            </a:xfrm>
            <a:prstGeom prst="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n-US" sz="2000" dirty="0">
                  <a:solidFill>
                    <a:schemeClr val="tx1"/>
                  </a:solidFill>
                </a:rPr>
                <a:t>JetBrains Rider</a:t>
              </a:r>
            </a:p>
          </p:txBody>
        </p:sp>
        <p:sp>
          <p:nvSpPr>
            <p:cNvPr id="11" name="Rectangle 10">
              <a:extLst>
                <a:ext uri="{FF2B5EF4-FFF2-40B4-BE49-F238E27FC236}">
                  <a16:creationId xmlns:a16="http://schemas.microsoft.com/office/drawing/2014/main" id="{2F15AC4F-1AFE-B330-2E54-B07D5E49CFC0}"/>
                </a:ext>
              </a:extLst>
            </p:cNvPr>
            <p:cNvSpPr/>
            <p:nvPr/>
          </p:nvSpPr>
          <p:spPr>
            <a:xfrm>
              <a:off x="1420940" y="1225225"/>
              <a:ext cx="2901082" cy="1552507"/>
            </a:xfrm>
            <a:prstGeom prst="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n-US" sz="2000" dirty="0">
                  <a:solidFill>
                    <a:schemeClr val="tx1"/>
                  </a:solidFill>
                </a:rPr>
                <a:t>IntelliJ</a:t>
              </a:r>
            </a:p>
          </p:txBody>
        </p:sp>
        <p:sp>
          <p:nvSpPr>
            <p:cNvPr id="10" name="Rectangle 9">
              <a:extLst>
                <a:ext uri="{FF2B5EF4-FFF2-40B4-BE49-F238E27FC236}">
                  <a16:creationId xmlns:a16="http://schemas.microsoft.com/office/drawing/2014/main" id="{69036611-54E6-1B8D-4950-E861FED69704}"/>
                </a:ext>
              </a:extLst>
            </p:cNvPr>
            <p:cNvSpPr/>
            <p:nvPr/>
          </p:nvSpPr>
          <p:spPr>
            <a:xfrm>
              <a:off x="1150121" y="908369"/>
              <a:ext cx="2901082" cy="1552507"/>
            </a:xfrm>
            <a:prstGeom prst="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n-US" sz="2000" dirty="0">
                  <a:solidFill>
                    <a:schemeClr val="tx1"/>
                  </a:solidFill>
                </a:rPr>
                <a:t>Visual Studio 2022</a:t>
              </a:r>
            </a:p>
          </p:txBody>
        </p:sp>
        <p:sp>
          <p:nvSpPr>
            <p:cNvPr id="5" name="Rectangle 4">
              <a:extLst>
                <a:ext uri="{FF2B5EF4-FFF2-40B4-BE49-F238E27FC236}">
                  <a16:creationId xmlns:a16="http://schemas.microsoft.com/office/drawing/2014/main" id="{DB8820DE-1AAA-161F-192E-CF6688DD5426}"/>
                </a:ext>
              </a:extLst>
            </p:cNvPr>
            <p:cNvSpPr/>
            <p:nvPr/>
          </p:nvSpPr>
          <p:spPr>
            <a:xfrm>
              <a:off x="861773" y="560260"/>
              <a:ext cx="2901082" cy="15525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Visual Studio Code</a:t>
              </a:r>
            </a:p>
          </p:txBody>
        </p:sp>
      </p:grpSp>
      <p:sp>
        <p:nvSpPr>
          <p:cNvPr id="19" name="Arrow: Right 18">
            <a:extLst>
              <a:ext uri="{FF2B5EF4-FFF2-40B4-BE49-F238E27FC236}">
                <a16:creationId xmlns:a16="http://schemas.microsoft.com/office/drawing/2014/main" id="{81FE90D3-47FE-BB9B-A418-B3FCC26B180B}"/>
              </a:ext>
            </a:extLst>
          </p:cNvPr>
          <p:cNvSpPr/>
          <p:nvPr/>
        </p:nvSpPr>
        <p:spPr>
          <a:xfrm rot="19395900">
            <a:off x="4576306" y="2989310"/>
            <a:ext cx="2901077" cy="1388872"/>
          </a:xfrm>
          <a:prstGeom prst="rightArrow">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sz="3600" b="1" dirty="0">
                <a:solidFill>
                  <a:schemeClr val="tx1"/>
                </a:solidFill>
                <a:latin typeface="Calibri" panose="020F0502020204030204" pitchFamily="34" charset="0"/>
                <a:ea typeface="Calibri" panose="020F0502020204030204" pitchFamily="34" charset="0"/>
                <a:cs typeface="Calibri" panose="020F0502020204030204" pitchFamily="34" charset="0"/>
              </a:rPr>
              <a:t>Uses</a:t>
            </a:r>
          </a:p>
        </p:txBody>
      </p:sp>
      <p:grpSp>
        <p:nvGrpSpPr>
          <p:cNvPr id="24" name="Group 23">
            <a:extLst>
              <a:ext uri="{FF2B5EF4-FFF2-40B4-BE49-F238E27FC236}">
                <a16:creationId xmlns:a16="http://schemas.microsoft.com/office/drawing/2014/main" id="{A74BD082-C585-DBFE-783B-17BAE0E13A20}"/>
              </a:ext>
            </a:extLst>
          </p:cNvPr>
          <p:cNvGrpSpPr/>
          <p:nvPr/>
        </p:nvGrpSpPr>
        <p:grpSpPr>
          <a:xfrm>
            <a:off x="394706" y="3747893"/>
            <a:ext cx="3748620" cy="2735850"/>
            <a:chOff x="3927310" y="3391722"/>
            <a:chExt cx="3748620" cy="2735850"/>
          </a:xfrm>
        </p:grpSpPr>
        <p:sp>
          <p:nvSpPr>
            <p:cNvPr id="23" name="Rectangle 22">
              <a:extLst>
                <a:ext uri="{FF2B5EF4-FFF2-40B4-BE49-F238E27FC236}">
                  <a16:creationId xmlns:a16="http://schemas.microsoft.com/office/drawing/2014/main" id="{BFC9D965-71EA-E3C0-438F-DAF6FA835609}"/>
                </a:ext>
              </a:extLst>
            </p:cNvPr>
            <p:cNvSpPr/>
            <p:nvPr/>
          </p:nvSpPr>
          <p:spPr>
            <a:xfrm>
              <a:off x="4774848" y="4575065"/>
              <a:ext cx="2901082" cy="1552507"/>
            </a:xfrm>
            <a:prstGeom prst="rect">
              <a:avLst/>
            </a:prstGeom>
            <a:solidFill>
              <a:schemeClr val="accent2">
                <a:lumMod val="60000"/>
                <a:lumOff val="4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b"/>
            <a:lstStyle/>
            <a:p>
              <a:pPr algn="r"/>
              <a:r>
                <a:rPr lang="en-US" sz="2400" dirty="0">
                  <a:solidFill>
                    <a:schemeClr val="tx1"/>
                  </a:solidFill>
                </a:rPr>
                <a:t>Copilot CLI</a:t>
              </a:r>
            </a:p>
          </p:txBody>
        </p:sp>
        <p:sp>
          <p:nvSpPr>
            <p:cNvPr id="22" name="Rectangle 21">
              <a:extLst>
                <a:ext uri="{FF2B5EF4-FFF2-40B4-BE49-F238E27FC236}">
                  <a16:creationId xmlns:a16="http://schemas.microsoft.com/office/drawing/2014/main" id="{6EAC2222-FC89-4277-ACBE-6298D4E0C76E}"/>
                </a:ext>
              </a:extLst>
            </p:cNvPr>
            <p:cNvSpPr/>
            <p:nvPr/>
          </p:nvSpPr>
          <p:spPr>
            <a:xfrm>
              <a:off x="4497453" y="4198138"/>
              <a:ext cx="2901082" cy="1552507"/>
            </a:xfrm>
            <a:prstGeom prst="rect">
              <a:avLst/>
            </a:prstGeom>
            <a:solidFill>
              <a:schemeClr val="accent2">
                <a:lumMod val="60000"/>
                <a:lumOff val="4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b"/>
            <a:lstStyle/>
            <a:p>
              <a:pPr algn="r"/>
              <a:r>
                <a:rPr lang="en-US" sz="2400" dirty="0">
                  <a:solidFill>
                    <a:schemeClr val="tx1"/>
                  </a:solidFill>
                </a:rPr>
                <a:t>Gemini CLI</a:t>
              </a:r>
            </a:p>
          </p:txBody>
        </p:sp>
        <p:sp>
          <p:nvSpPr>
            <p:cNvPr id="21" name="Rectangle 20">
              <a:extLst>
                <a:ext uri="{FF2B5EF4-FFF2-40B4-BE49-F238E27FC236}">
                  <a16:creationId xmlns:a16="http://schemas.microsoft.com/office/drawing/2014/main" id="{3B5F574B-5FC6-14EE-930A-3F5CB03028F7}"/>
                </a:ext>
              </a:extLst>
            </p:cNvPr>
            <p:cNvSpPr/>
            <p:nvPr/>
          </p:nvSpPr>
          <p:spPr>
            <a:xfrm>
              <a:off x="4213487" y="3802332"/>
              <a:ext cx="2901082" cy="1552507"/>
            </a:xfrm>
            <a:prstGeom prst="rect">
              <a:avLst/>
            </a:prstGeom>
            <a:solidFill>
              <a:schemeClr val="accent2">
                <a:lumMod val="60000"/>
                <a:lumOff val="4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b"/>
            <a:lstStyle/>
            <a:p>
              <a:pPr algn="r"/>
              <a:r>
                <a:rPr lang="en-US" sz="2400" dirty="0">
                  <a:solidFill>
                    <a:schemeClr val="tx1"/>
                  </a:solidFill>
                </a:rPr>
                <a:t>Cursor CLI</a:t>
              </a:r>
            </a:p>
          </p:txBody>
        </p:sp>
        <p:sp>
          <p:nvSpPr>
            <p:cNvPr id="20" name="Rectangle 19">
              <a:extLst>
                <a:ext uri="{FF2B5EF4-FFF2-40B4-BE49-F238E27FC236}">
                  <a16:creationId xmlns:a16="http://schemas.microsoft.com/office/drawing/2014/main" id="{E5F5C79A-B15F-7B60-BA1C-099A5C57D567}"/>
                </a:ext>
              </a:extLst>
            </p:cNvPr>
            <p:cNvSpPr/>
            <p:nvPr/>
          </p:nvSpPr>
          <p:spPr>
            <a:xfrm>
              <a:off x="3927310" y="3391722"/>
              <a:ext cx="2901082" cy="1552507"/>
            </a:xfrm>
            <a:prstGeom prst="rect">
              <a:avLst/>
            </a:prstGeom>
            <a:solidFill>
              <a:schemeClr val="accent2">
                <a:lumMod val="75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3600" dirty="0"/>
                <a:t>Developer CLI</a:t>
              </a:r>
            </a:p>
          </p:txBody>
        </p:sp>
      </p:grpSp>
      <p:grpSp>
        <p:nvGrpSpPr>
          <p:cNvPr id="18" name="Group 17">
            <a:extLst>
              <a:ext uri="{FF2B5EF4-FFF2-40B4-BE49-F238E27FC236}">
                <a16:creationId xmlns:a16="http://schemas.microsoft.com/office/drawing/2014/main" id="{E9CB6ED3-CBE1-F65B-6165-B8F1960EB1B2}"/>
              </a:ext>
            </a:extLst>
          </p:cNvPr>
          <p:cNvGrpSpPr/>
          <p:nvPr/>
        </p:nvGrpSpPr>
        <p:grpSpPr>
          <a:xfrm>
            <a:off x="-1338717" y="2603835"/>
            <a:ext cx="6088337" cy="5194226"/>
            <a:chOff x="2974536" y="755405"/>
            <a:chExt cx="6088337" cy="5194226"/>
          </a:xfrm>
        </p:grpSpPr>
        <p:pic>
          <p:nvPicPr>
            <p:cNvPr id="16" name="Picture 15" descr="A red circle with black background&#10;&#10;AI-generated content may be incorrect.">
              <a:extLst>
                <a:ext uri="{FF2B5EF4-FFF2-40B4-BE49-F238E27FC236}">
                  <a16:creationId xmlns:a16="http://schemas.microsoft.com/office/drawing/2014/main" id="{F4B796D8-C4AF-92F5-093D-631EE901F85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74536" y="755405"/>
              <a:ext cx="6088337" cy="5194226"/>
            </a:xfrm>
            <a:prstGeom prst="rect">
              <a:avLst/>
            </a:prstGeom>
          </p:spPr>
        </p:pic>
        <p:sp>
          <p:nvSpPr>
            <p:cNvPr id="17" name="TextBox 16">
              <a:extLst>
                <a:ext uri="{FF2B5EF4-FFF2-40B4-BE49-F238E27FC236}">
                  <a16:creationId xmlns:a16="http://schemas.microsoft.com/office/drawing/2014/main" id="{E7F83E4C-4875-A16D-1955-0A5EAF9268DF}"/>
                </a:ext>
              </a:extLst>
            </p:cNvPr>
            <p:cNvSpPr txBox="1"/>
            <p:nvPr/>
          </p:nvSpPr>
          <p:spPr>
            <a:xfrm>
              <a:off x="4905298" y="4129719"/>
              <a:ext cx="2361652" cy="523220"/>
            </a:xfrm>
            <a:prstGeom prst="rect">
              <a:avLst/>
            </a:prstGeom>
            <a:noFill/>
          </p:spPr>
          <p:txBody>
            <a:bodyPr wrap="square" rtlCol="0">
              <a:spAutoFit/>
            </a:bodyPr>
            <a:lstStyle/>
            <a:p>
              <a:pPr algn="ctr"/>
              <a:r>
                <a:rPr lang="en-US" sz="2800" b="1" dirty="0">
                  <a:solidFill>
                    <a:srgbClr val="FF0000"/>
                  </a:solidFill>
                  <a:latin typeface="Calibri" panose="020F0502020204030204" pitchFamily="34" charset="0"/>
                  <a:ea typeface="Calibri" panose="020F0502020204030204" pitchFamily="34" charset="0"/>
                  <a:cs typeface="Calibri" panose="020F0502020204030204" pitchFamily="34" charset="0"/>
                </a:rPr>
                <a:t>MCP Client</a:t>
              </a:r>
            </a:p>
          </p:txBody>
        </p:sp>
      </p:grpSp>
    </p:spTree>
    <p:extLst>
      <p:ext uri="{BB962C8B-B14F-4D97-AF65-F5344CB8AC3E}">
        <p14:creationId xmlns:p14="http://schemas.microsoft.com/office/powerpoint/2010/main" val="31909480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Arrow: Right 15">
            <a:extLst>
              <a:ext uri="{FF2B5EF4-FFF2-40B4-BE49-F238E27FC236}">
                <a16:creationId xmlns:a16="http://schemas.microsoft.com/office/drawing/2014/main" id="{9135B7AC-00CE-80CE-4486-62315B4AA075}"/>
              </a:ext>
            </a:extLst>
          </p:cNvPr>
          <p:cNvSpPr/>
          <p:nvPr/>
        </p:nvSpPr>
        <p:spPr>
          <a:xfrm>
            <a:off x="4545699" y="1219715"/>
            <a:ext cx="2901077" cy="1388872"/>
          </a:xfrm>
          <a:prstGeom prst="rightArrow">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sz="3600" b="1" dirty="0">
                <a:solidFill>
                  <a:schemeClr val="tx1"/>
                </a:solidFill>
                <a:latin typeface="Calibri" panose="020F0502020204030204" pitchFamily="34" charset="0"/>
                <a:ea typeface="Calibri" panose="020F0502020204030204" pitchFamily="34" charset="0"/>
                <a:cs typeface="Calibri" panose="020F0502020204030204" pitchFamily="34" charset="0"/>
              </a:rPr>
              <a:t>Uses</a:t>
            </a:r>
          </a:p>
        </p:txBody>
      </p:sp>
      <p:sp>
        <p:nvSpPr>
          <p:cNvPr id="17" name="Rectangle 16">
            <a:extLst>
              <a:ext uri="{FF2B5EF4-FFF2-40B4-BE49-F238E27FC236}">
                <a16:creationId xmlns:a16="http://schemas.microsoft.com/office/drawing/2014/main" id="{7C9B0BBF-6787-9B55-9E1F-AE43B6E478B5}"/>
              </a:ext>
            </a:extLst>
          </p:cNvPr>
          <p:cNvSpPr/>
          <p:nvPr/>
        </p:nvSpPr>
        <p:spPr>
          <a:xfrm>
            <a:off x="642203" y="1137897"/>
            <a:ext cx="2901082" cy="15525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Agent</a:t>
            </a:r>
          </a:p>
          <a:p>
            <a:pPr algn="ctr"/>
            <a:r>
              <a:rPr lang="en-US" sz="3600" dirty="0"/>
              <a:t>(MCP Client)</a:t>
            </a:r>
          </a:p>
        </p:txBody>
      </p:sp>
      <p:sp>
        <p:nvSpPr>
          <p:cNvPr id="18" name="Rectangle 17">
            <a:extLst>
              <a:ext uri="{FF2B5EF4-FFF2-40B4-BE49-F238E27FC236}">
                <a16:creationId xmlns:a16="http://schemas.microsoft.com/office/drawing/2014/main" id="{CA91109A-A65C-5D8A-DC9C-03D0E09FE763}"/>
              </a:ext>
            </a:extLst>
          </p:cNvPr>
          <p:cNvSpPr/>
          <p:nvPr/>
        </p:nvSpPr>
        <p:spPr>
          <a:xfrm>
            <a:off x="8449190" y="1219715"/>
            <a:ext cx="2901082" cy="1552507"/>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3600" dirty="0"/>
              <a:t>Model</a:t>
            </a:r>
          </a:p>
        </p:txBody>
      </p:sp>
    </p:spTree>
    <p:extLst>
      <p:ext uri="{BB962C8B-B14F-4D97-AF65-F5344CB8AC3E}">
        <p14:creationId xmlns:p14="http://schemas.microsoft.com/office/powerpoint/2010/main" val="36542109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CB02E-CF17-7F99-5F10-E51A89E4C77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E0C514F1-F5BE-2162-505F-48FE4542CAFC}"/>
              </a:ext>
            </a:extLst>
          </p:cNvPr>
          <p:cNvSpPr/>
          <p:nvPr/>
        </p:nvSpPr>
        <p:spPr>
          <a:xfrm>
            <a:off x="642203" y="1137897"/>
            <a:ext cx="2901082" cy="15525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Agent</a:t>
            </a:r>
          </a:p>
          <a:p>
            <a:pPr algn="ctr"/>
            <a:r>
              <a:rPr lang="en-US" sz="3600" dirty="0"/>
              <a:t>(MCP Client)</a:t>
            </a:r>
          </a:p>
        </p:txBody>
      </p:sp>
      <p:sp>
        <p:nvSpPr>
          <p:cNvPr id="18" name="Rectangle 17">
            <a:extLst>
              <a:ext uri="{FF2B5EF4-FFF2-40B4-BE49-F238E27FC236}">
                <a16:creationId xmlns:a16="http://schemas.microsoft.com/office/drawing/2014/main" id="{3924B8FC-DF2B-53E6-B4EA-108C8ADE5564}"/>
              </a:ext>
            </a:extLst>
          </p:cNvPr>
          <p:cNvSpPr/>
          <p:nvPr/>
        </p:nvSpPr>
        <p:spPr>
          <a:xfrm>
            <a:off x="8449190" y="1219715"/>
            <a:ext cx="2901082" cy="1552507"/>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3600" dirty="0"/>
              <a:t>Model</a:t>
            </a:r>
          </a:p>
        </p:txBody>
      </p:sp>
      <p:sp>
        <p:nvSpPr>
          <p:cNvPr id="2" name="Rectangle 1">
            <a:extLst>
              <a:ext uri="{FF2B5EF4-FFF2-40B4-BE49-F238E27FC236}">
                <a16:creationId xmlns:a16="http://schemas.microsoft.com/office/drawing/2014/main" id="{19C30823-EC2A-FC53-9FB3-0FDBA8A0E934}"/>
              </a:ext>
            </a:extLst>
          </p:cNvPr>
          <p:cNvSpPr/>
          <p:nvPr/>
        </p:nvSpPr>
        <p:spPr>
          <a:xfrm>
            <a:off x="8449190" y="3778816"/>
            <a:ext cx="2901082" cy="1552507"/>
          </a:xfrm>
          <a:prstGeom prst="rect">
            <a:avLst/>
          </a:prstGeom>
          <a:solidFill>
            <a:schemeClr val="accent6">
              <a:lumMod val="5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3600" dirty="0"/>
              <a:t>MCP Server(s)</a:t>
            </a:r>
          </a:p>
        </p:txBody>
      </p:sp>
      <p:sp>
        <p:nvSpPr>
          <p:cNvPr id="4" name="Rectangle 3">
            <a:extLst>
              <a:ext uri="{FF2B5EF4-FFF2-40B4-BE49-F238E27FC236}">
                <a16:creationId xmlns:a16="http://schemas.microsoft.com/office/drawing/2014/main" id="{85B66E06-BFD9-299D-9BDF-2F904D3D52B2}"/>
              </a:ext>
            </a:extLst>
          </p:cNvPr>
          <p:cNvSpPr/>
          <p:nvPr/>
        </p:nvSpPr>
        <p:spPr>
          <a:xfrm>
            <a:off x="8449190" y="5331323"/>
            <a:ext cx="2901082" cy="667141"/>
          </a:xfrm>
          <a:prstGeom prst="rect">
            <a:avLst/>
          </a:prstGeom>
          <a:solidFill>
            <a:schemeClr val="accent6">
              <a:lumMod val="75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3600" dirty="0"/>
              <a:t>Tools</a:t>
            </a:r>
          </a:p>
        </p:txBody>
      </p:sp>
      <p:graphicFrame>
        <p:nvGraphicFramePr>
          <p:cNvPr id="5" name="Diagram 4">
            <a:extLst>
              <a:ext uri="{FF2B5EF4-FFF2-40B4-BE49-F238E27FC236}">
                <a16:creationId xmlns:a16="http://schemas.microsoft.com/office/drawing/2014/main" id="{C3E3847A-CBC3-118A-169C-D88CF881453D}"/>
              </a:ext>
            </a:extLst>
          </p:cNvPr>
          <p:cNvGraphicFramePr/>
          <p:nvPr>
            <p:extLst>
              <p:ext uri="{D42A27DB-BD31-4B8C-83A1-F6EECF244321}">
                <p14:modId xmlns:p14="http://schemas.microsoft.com/office/powerpoint/2010/main" val="738527319"/>
              </p:ext>
            </p:extLst>
          </p:nvPr>
        </p:nvGraphicFramePr>
        <p:xfrm>
          <a:off x="2560938" y="1357200"/>
          <a:ext cx="6870599" cy="464126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5518876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18D4A22-5F39-C9F4-EF5A-FB81BC8128D7}"/>
              </a:ext>
            </a:extLst>
          </p:cNvPr>
          <p:cNvSpPr>
            <a:spLocks noGrp="1"/>
          </p:cNvSpPr>
          <p:nvPr>
            <p:ph type="ctrTitle"/>
          </p:nvPr>
        </p:nvSpPr>
        <p:spPr/>
        <p:txBody>
          <a:bodyPr/>
          <a:lstStyle/>
          <a:p>
            <a:r>
              <a:rPr lang="en-US" dirty="0"/>
              <a:t>GitHub Remote Server</a:t>
            </a:r>
          </a:p>
        </p:txBody>
      </p:sp>
      <p:sp>
        <p:nvSpPr>
          <p:cNvPr id="6" name="Subtitle 5">
            <a:extLst>
              <a:ext uri="{FF2B5EF4-FFF2-40B4-BE49-F238E27FC236}">
                <a16:creationId xmlns:a16="http://schemas.microsoft.com/office/drawing/2014/main" id="{43994C03-9C0C-B305-596C-072F88C94D5B}"/>
              </a:ext>
            </a:extLst>
          </p:cNvPr>
          <p:cNvSpPr>
            <a:spLocks noGrp="1"/>
          </p:cNvSpPr>
          <p:nvPr>
            <p:ph type="subTitle" idx="1"/>
          </p:nvPr>
        </p:nvSpPr>
        <p:spPr/>
        <p:txBody>
          <a:bodyPr/>
          <a:lstStyle/>
          <a:p>
            <a:r>
              <a:rPr lang="en-US" dirty="0"/>
              <a:t>Demonstration</a:t>
            </a:r>
          </a:p>
        </p:txBody>
      </p:sp>
    </p:spTree>
    <p:extLst>
      <p:ext uri="{BB962C8B-B14F-4D97-AF65-F5344CB8AC3E}">
        <p14:creationId xmlns:p14="http://schemas.microsoft.com/office/powerpoint/2010/main" val="18037666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BDE6A7-85BF-5666-4701-28A4013CE43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A9CD526-5EA1-1625-2371-B1DE80C7D52F}"/>
              </a:ext>
            </a:extLst>
          </p:cNvPr>
          <p:cNvSpPr>
            <a:spLocks noGrp="1"/>
          </p:cNvSpPr>
          <p:nvPr>
            <p:ph type="ctrTitle"/>
          </p:nvPr>
        </p:nvSpPr>
        <p:spPr/>
        <p:txBody>
          <a:bodyPr/>
          <a:lstStyle/>
          <a:p>
            <a:r>
              <a:rPr lang="en-US" dirty="0" err="1"/>
              <a:t>Scryfall</a:t>
            </a:r>
            <a:r>
              <a:rPr lang="en-US" dirty="0"/>
              <a:t> MCP Server</a:t>
            </a:r>
          </a:p>
        </p:txBody>
      </p:sp>
      <p:sp>
        <p:nvSpPr>
          <p:cNvPr id="6" name="Subtitle 5">
            <a:extLst>
              <a:ext uri="{FF2B5EF4-FFF2-40B4-BE49-F238E27FC236}">
                <a16:creationId xmlns:a16="http://schemas.microsoft.com/office/drawing/2014/main" id="{0B18BF4F-18CD-9EDC-1D86-86938268BE30}"/>
              </a:ext>
            </a:extLst>
          </p:cNvPr>
          <p:cNvSpPr>
            <a:spLocks noGrp="1"/>
          </p:cNvSpPr>
          <p:nvPr>
            <p:ph type="subTitle" idx="1"/>
          </p:nvPr>
        </p:nvSpPr>
        <p:spPr/>
        <p:txBody>
          <a:bodyPr/>
          <a:lstStyle/>
          <a:p>
            <a:r>
              <a:rPr lang="en-US" dirty="0"/>
              <a:t>Demonstration</a:t>
            </a:r>
          </a:p>
        </p:txBody>
      </p:sp>
    </p:spTree>
    <p:extLst>
      <p:ext uri="{BB962C8B-B14F-4D97-AF65-F5344CB8AC3E}">
        <p14:creationId xmlns:p14="http://schemas.microsoft.com/office/powerpoint/2010/main" val="42751818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6229AB-4900-6D0D-7C23-C5AFBFD62778}"/>
              </a:ext>
            </a:extLst>
          </p:cNvPr>
          <p:cNvSpPr>
            <a:spLocks noGrp="1"/>
          </p:cNvSpPr>
          <p:nvPr>
            <p:ph type="title"/>
          </p:nvPr>
        </p:nvSpPr>
        <p:spPr>
          <a:xfrm>
            <a:off x="612648" y="2093976"/>
            <a:ext cx="8229600" cy="4178808"/>
          </a:xfrm>
        </p:spPr>
        <p:txBody>
          <a:bodyPr anchor="b">
            <a:normAutofit/>
          </a:bodyPr>
          <a:lstStyle/>
          <a:p>
            <a:r>
              <a:rPr lang="en-US"/>
              <a:t>Benefits of Standardized AI Integration</a:t>
            </a:r>
          </a:p>
        </p:txBody>
      </p:sp>
    </p:spTree>
    <p:extLst>
      <p:ext uri="{BB962C8B-B14F-4D97-AF65-F5344CB8AC3E}">
        <p14:creationId xmlns:p14="http://schemas.microsoft.com/office/powerpoint/2010/main" val="224167071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5D3AFE-3495-46C3-E3C0-41904BD03F26}"/>
              </a:ext>
            </a:extLst>
          </p:cNvPr>
          <p:cNvSpPr>
            <a:spLocks noGrp="1"/>
          </p:cNvSpPr>
          <p:nvPr>
            <p:ph type="title"/>
          </p:nvPr>
        </p:nvSpPr>
        <p:spPr>
          <a:xfrm>
            <a:off x="612648" y="502920"/>
            <a:ext cx="4669536" cy="1453896"/>
          </a:xfrm>
        </p:spPr>
        <p:txBody>
          <a:bodyPr anchor="t">
            <a:normAutofit/>
          </a:bodyPr>
          <a:lstStyle/>
          <a:p>
            <a:r>
              <a:rPr lang="en-US"/>
              <a:t>Creating a Collaborative Ecosystem</a:t>
            </a:r>
          </a:p>
        </p:txBody>
      </p:sp>
      <p:pic>
        <p:nvPicPr>
          <p:cNvPr id="5" name="Content Placeholder 4" descr="Social media icons people communication connection">
            <a:extLst>
              <a:ext uri="{FF2B5EF4-FFF2-40B4-BE49-F238E27FC236}">
                <a16:creationId xmlns:a16="http://schemas.microsoft.com/office/drawing/2014/main" id="{6325C82B-CEAD-4646-8F9B-05955FB81A80}"/>
              </a:ext>
            </a:extLst>
          </p:cNvPr>
          <p:cNvPicPr>
            <a:picLocks noGrp="1" noChangeAspect="1"/>
          </p:cNvPicPr>
          <p:nvPr>
            <p:ph type="pic" sz="quarter" idx="15"/>
          </p:nvPr>
        </p:nvPicPr>
        <p:blipFill>
          <a:blip r:embed="rId3"/>
          <a:srcRect l="7793" r="5186" b="-2"/>
          <a:stretch>
            <a:fillRect/>
          </a:stretch>
        </p:blipFill>
        <p:spPr>
          <a:xfrm>
            <a:off x="612648" y="2293938"/>
            <a:ext cx="4669536" cy="4024566"/>
          </a:xfrm>
          <a:prstGeom prst="rect">
            <a:avLst/>
          </a:prstGeom>
          <a:noFill/>
        </p:spPr>
      </p:pic>
      <p:sp>
        <p:nvSpPr>
          <p:cNvPr id="4" name="Content Placeholder 3">
            <a:extLst>
              <a:ext uri="{FF2B5EF4-FFF2-40B4-BE49-F238E27FC236}">
                <a16:creationId xmlns:a16="http://schemas.microsoft.com/office/drawing/2014/main" id="{7F833F27-3808-6D2D-D058-5125C61FAB3F}"/>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96000" y="502919"/>
            <a:ext cx="5471160" cy="5815585"/>
          </a:xfrm>
        </p:spPr>
        <p:txBody>
          <a:bodyPr>
            <a:normAutofit/>
          </a:bodyPr>
          <a:lstStyle/>
          <a:p>
            <a:pPr marL="0" indent="0">
              <a:spcBef>
                <a:spcPts val="2500"/>
              </a:spcBef>
              <a:buFont typeface="Arial" panose="020B0604020202020204" pitchFamily="34" charset="0"/>
              <a:buNone/>
            </a:pPr>
            <a:r>
              <a:rPr lang="en-US" b="1"/>
              <a:t>Efficiency Through Standardization</a:t>
            </a:r>
          </a:p>
          <a:p>
            <a:pPr marL="0" lvl="1" indent="0">
              <a:buFont typeface="Arial" panose="020B0604020202020204" pitchFamily="34" charset="0"/>
              <a:buNone/>
            </a:pPr>
            <a:r>
              <a:t>Standard protocols reduce reliance on bespoke connectors, saving time and improving reliability in AI tool integration.</a:t>
            </a:r>
            <a:endParaRPr lang="en-US"/>
          </a:p>
          <a:p>
            <a:pPr marL="0" indent="0">
              <a:spcBef>
                <a:spcPts val="2500"/>
              </a:spcBef>
              <a:buFont typeface="Arial" panose="020B0604020202020204" pitchFamily="34" charset="0"/>
              <a:buNone/>
            </a:pPr>
            <a:r>
              <a:rPr lang="en-US" b="1"/>
              <a:t>Collaborative Developer Community</a:t>
            </a:r>
          </a:p>
          <a:p>
            <a:pPr marL="0" lvl="1" indent="0">
              <a:buFont typeface="Arial" panose="020B0604020202020204" pitchFamily="34" charset="0"/>
              <a:buNone/>
            </a:pPr>
            <a:r>
              <a:t>Sharing tools and best practices fosters innovation and accelerates progress across the AI community.</a:t>
            </a:r>
            <a:endParaRPr lang="en-US"/>
          </a:p>
          <a:p>
            <a:pPr marL="0" indent="0">
              <a:spcBef>
                <a:spcPts val="2500"/>
              </a:spcBef>
              <a:buFont typeface="Arial" panose="020B0604020202020204" pitchFamily="34" charset="0"/>
              <a:buNone/>
            </a:pPr>
            <a:r>
              <a:rPr lang="en-US" b="1"/>
              <a:t>Enhanced Security and Compliance</a:t>
            </a:r>
          </a:p>
          <a:p>
            <a:pPr marL="0" lvl="1" indent="0">
              <a:buFont typeface="Arial" panose="020B0604020202020204" pitchFamily="34" charset="0"/>
              <a:buNone/>
            </a:pPr>
            <a:r>
              <a:t>Consistent authentication and data access mechanisms improve security and regulatory compliance.</a:t>
            </a:r>
            <a:endParaRPr lang="en-US"/>
          </a:p>
          <a:p>
            <a:pPr marL="0" indent="0">
              <a:spcBef>
                <a:spcPts val="2500"/>
              </a:spcBef>
              <a:buFont typeface="Arial" panose="020B0604020202020204" pitchFamily="34" charset="0"/>
              <a:buNone/>
            </a:pPr>
            <a:r>
              <a:rPr lang="en-US" b="1"/>
              <a:t>Intelligent, Actionable Agents</a:t>
            </a:r>
          </a:p>
          <a:p>
            <a:pPr marL="0" lvl="1" indent="0">
              <a:buFont typeface="Arial" panose="020B0604020202020204" pitchFamily="34" charset="0"/>
              <a:buNone/>
            </a:pPr>
            <a:r>
              <a:t>Standardization enables AI agents to understand context, generate content, and take meaningful actions.</a:t>
            </a:r>
            <a:endParaRPr lang="en-US"/>
          </a:p>
        </p:txBody>
      </p:sp>
    </p:spTree>
    <p:extLst>
      <p:ext uri="{BB962C8B-B14F-4D97-AF65-F5344CB8AC3E}">
        <p14:creationId xmlns:p14="http://schemas.microsoft.com/office/powerpoint/2010/main" val="106087788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B8FD0F-5302-A751-1558-1C8B3723DB6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9BF88C3-1EC6-1F20-6EAA-5A7F87F83AC2}"/>
              </a:ext>
            </a:extLst>
          </p:cNvPr>
          <p:cNvSpPr>
            <a:spLocks noGrp="1"/>
          </p:cNvSpPr>
          <p:nvPr>
            <p:ph type="ctrTitle"/>
          </p:nvPr>
        </p:nvSpPr>
        <p:spPr/>
        <p:txBody>
          <a:bodyPr/>
          <a:lstStyle/>
          <a:p>
            <a:r>
              <a:rPr lang="en-US" dirty="0"/>
              <a:t>Playwright MCP Server</a:t>
            </a:r>
          </a:p>
        </p:txBody>
      </p:sp>
      <p:sp>
        <p:nvSpPr>
          <p:cNvPr id="6" name="Subtitle 5">
            <a:extLst>
              <a:ext uri="{FF2B5EF4-FFF2-40B4-BE49-F238E27FC236}">
                <a16:creationId xmlns:a16="http://schemas.microsoft.com/office/drawing/2014/main" id="{9DE8CD6B-7D6A-212B-00D2-21E30FD7DB32}"/>
              </a:ext>
            </a:extLst>
          </p:cNvPr>
          <p:cNvSpPr>
            <a:spLocks noGrp="1"/>
          </p:cNvSpPr>
          <p:nvPr>
            <p:ph type="subTitle" idx="1"/>
          </p:nvPr>
        </p:nvSpPr>
        <p:spPr/>
        <p:txBody>
          <a:bodyPr/>
          <a:lstStyle/>
          <a:p>
            <a:r>
              <a:rPr lang="en-US" dirty="0"/>
              <a:t>Demonstration</a:t>
            </a:r>
          </a:p>
        </p:txBody>
      </p:sp>
    </p:spTree>
    <p:extLst>
      <p:ext uri="{BB962C8B-B14F-4D97-AF65-F5344CB8AC3E}">
        <p14:creationId xmlns:p14="http://schemas.microsoft.com/office/powerpoint/2010/main" val="15663379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80A27C-E66F-661A-663F-D683E5E4563E}"/>
              </a:ext>
            </a:extLst>
          </p:cNvPr>
          <p:cNvSpPr>
            <a:spLocks noGrp="1"/>
          </p:cNvSpPr>
          <p:nvPr>
            <p:ph type="title"/>
          </p:nvPr>
        </p:nvSpPr>
        <p:spPr>
          <a:xfrm>
            <a:off x="612648" y="2093976"/>
            <a:ext cx="8229600" cy="4178808"/>
          </a:xfrm>
        </p:spPr>
        <p:txBody>
          <a:bodyPr anchor="b">
            <a:normAutofit/>
          </a:bodyPr>
          <a:lstStyle/>
          <a:p>
            <a:r>
              <a:rPr lang="en-US"/>
              <a:t>Conclusion and Call to Action</a:t>
            </a:r>
          </a:p>
        </p:txBody>
      </p:sp>
    </p:spTree>
    <p:extLst>
      <p:ext uri="{BB962C8B-B14F-4D97-AF65-F5344CB8AC3E}">
        <p14:creationId xmlns:p14="http://schemas.microsoft.com/office/powerpoint/2010/main" val="270556779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a:extLst>
              <a:ext uri="{FF2B5EF4-FFF2-40B4-BE49-F238E27FC236}">
                <a16:creationId xmlns:a16="http://schemas.microsoft.com/office/drawing/2014/main" id="{EA80E884-D581-54F7-F08F-DE54A61BBE63}"/>
              </a:ext>
            </a:extLst>
          </p:cNvPr>
          <p:cNvSpPr>
            <a:spLocks noGrp="1"/>
          </p:cNvSpPr>
          <p:nvPr>
            <p:ph type="ctrTitle"/>
          </p:nvPr>
        </p:nvSpPr>
        <p:spPr/>
        <p:txBody>
          <a:bodyPr/>
          <a:lstStyle/>
          <a:p>
            <a:r>
              <a:rPr lang="en-US" dirty="0"/>
              <a:t>Stop putting AI in a box.</a:t>
            </a:r>
          </a:p>
        </p:txBody>
      </p:sp>
      <p:sp>
        <p:nvSpPr>
          <p:cNvPr id="14" name="Subtitle 13">
            <a:extLst>
              <a:ext uri="{FF2B5EF4-FFF2-40B4-BE49-F238E27FC236}">
                <a16:creationId xmlns:a16="http://schemas.microsoft.com/office/drawing/2014/main" id="{30BE3632-5743-9FCF-CFE6-79BD18E1C79A}"/>
              </a:ext>
            </a:extLst>
          </p:cNvPr>
          <p:cNvSpPr>
            <a:spLocks noGrp="1"/>
          </p:cNvSpPr>
          <p:nvPr>
            <p:ph type="subTitle" idx="1"/>
          </p:nvPr>
        </p:nvSpPr>
        <p:spPr/>
        <p:txBody>
          <a:bodyPr/>
          <a:lstStyle/>
          <a:p>
            <a:endParaRPr lang="en-US"/>
          </a:p>
        </p:txBody>
      </p:sp>
      <p:pic>
        <p:nvPicPr>
          <p:cNvPr id="17" name="Picture Placeholder 16" descr="A screenshot of a video game&#10;&#10;AI-generated content may be incorrect.">
            <a:extLst>
              <a:ext uri="{FF2B5EF4-FFF2-40B4-BE49-F238E27FC236}">
                <a16:creationId xmlns:a16="http://schemas.microsoft.com/office/drawing/2014/main" id="{262E70EC-87F6-33BF-8241-4D7B5541535D}"/>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t="4574" b="4574"/>
          <a:stretch>
            <a:fillRect/>
          </a:stretch>
        </p:blipFill>
        <p:spPr/>
      </p:pic>
    </p:spTree>
    <p:extLst>
      <p:ext uri="{BB962C8B-B14F-4D97-AF65-F5344CB8AC3E}">
        <p14:creationId xmlns:p14="http://schemas.microsoft.com/office/powerpoint/2010/main" val="358511382"/>
      </p:ext>
    </p:extLst>
  </p:cSld>
  <p:clrMapOvr>
    <a:masterClrMapping/>
  </p:clrMapOvr>
  <p:transition>
    <p:fade/>
  </p:transition>
</p:sld>
</file>

<file path=ppt/theme/theme1.xml><?xml version="1.0" encoding="utf-8"?>
<a:theme xmlns:a="http://schemas.openxmlformats.org/drawingml/2006/main" name="Chroma">
  <a:themeElements>
    <a:clrScheme name="Chroma">
      <a:dk1>
        <a:srgbClr val="131313"/>
      </a:dk1>
      <a:lt1>
        <a:sysClr val="window" lastClr="FFFFFF"/>
      </a:lt1>
      <a:dk2>
        <a:srgbClr val="0C233A"/>
      </a:dk2>
      <a:lt2>
        <a:srgbClr val="F5FAFD"/>
      </a:lt2>
      <a:accent1>
        <a:srgbClr val="4485DC"/>
      </a:accent1>
      <a:accent2>
        <a:srgbClr val="25AAD5"/>
      </a:accent2>
      <a:accent3>
        <a:srgbClr val="5BBEAC"/>
      </a:accent3>
      <a:accent4>
        <a:srgbClr val="6666E2"/>
      </a:accent4>
      <a:accent5>
        <a:srgbClr val="66C26C"/>
      </a:accent5>
      <a:accent6>
        <a:srgbClr val="10CF9B"/>
      </a:accent6>
      <a:hlink>
        <a:srgbClr val="4485DC"/>
      </a:hlink>
      <a:folHlink>
        <a:srgbClr val="25AAD5"/>
      </a:folHlink>
    </a:clrScheme>
    <a:fontScheme name="Custom 2">
      <a:majorFont>
        <a:latin typeface="Aptos Light"/>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hroma" id="{DC2B181E-9B25-4FFB-A269-A81149E37B96}" vid="{FD28A279-D9A1-4F6C-9122-D382EE67827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256</TotalTime>
  <Words>1866</Words>
  <Application>Microsoft Office PowerPoint</Application>
  <PresentationFormat>Widescreen</PresentationFormat>
  <Paragraphs>123</Paragraphs>
  <Slides>26</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vt:lpstr>
      <vt:lpstr>Aptos Light</vt:lpstr>
      <vt:lpstr>Arial</vt:lpstr>
      <vt:lpstr>Calibri</vt:lpstr>
      <vt:lpstr>Chroma</vt:lpstr>
      <vt:lpstr>Tools in your AI's Toolbox: An Introduction to MCP Servers</vt:lpstr>
      <vt:lpstr>PowerPoint Presentation</vt:lpstr>
      <vt:lpstr>Tim Rayburn</vt:lpstr>
      <vt:lpstr>Where are you?</vt:lpstr>
      <vt:lpstr>Where does AI belong in our Enterprises?</vt:lpstr>
      <vt:lpstr>Where does AI Belong?</vt:lpstr>
      <vt:lpstr>Where does AI Belong?</vt:lpstr>
      <vt:lpstr>Where does AI Belong?</vt:lpstr>
      <vt:lpstr>Where does AI Belong?</vt:lpstr>
      <vt:lpstr>Where does AI Belong?</vt:lpstr>
      <vt:lpstr>PowerPoint Presentation</vt:lpstr>
      <vt:lpstr>Challenges in AI Integration</vt:lpstr>
      <vt:lpstr>How do we integrate with AI?</vt:lpstr>
      <vt:lpstr>Introducing the Model Context Protocol (MCP)</vt:lpstr>
      <vt:lpstr>Overview and Architecture</vt:lpstr>
      <vt:lpstr>PowerPoint Presentation</vt:lpstr>
      <vt:lpstr>PowerPoint Presentation</vt:lpstr>
      <vt:lpstr>PowerPoint Presentation</vt:lpstr>
      <vt:lpstr>PowerPoint Presentation</vt:lpstr>
      <vt:lpstr>GitHub Remote Server</vt:lpstr>
      <vt:lpstr>Scryfall MCP Server</vt:lpstr>
      <vt:lpstr>Benefits of Standardized AI Integration</vt:lpstr>
      <vt:lpstr>Creating a Collaborative Ecosystem</vt:lpstr>
      <vt:lpstr>Playwright MCP Server</vt:lpstr>
      <vt:lpstr>Conclusion and Call to Action</vt:lpstr>
      <vt:lpstr>Stop putting AI in a box.</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Tim Rayburn</cp:lastModifiedBy>
  <cp:revision>11</cp:revision>
  <dcterms:created xsi:type="dcterms:W3CDTF">2013-07-15T20:26:40Z</dcterms:created>
  <dcterms:modified xsi:type="dcterms:W3CDTF">2025-10-11T15:13:52Z</dcterms:modified>
</cp:coreProperties>
</file>